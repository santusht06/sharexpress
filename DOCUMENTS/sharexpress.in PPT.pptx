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etropolis"/>
        <a:ea typeface="Metropolis"/>
        <a:cs typeface="Metropolis"/>
        <a:sym typeface="Metropolis"/>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etropolis"/>
        <a:ea typeface="Metropolis"/>
        <a:cs typeface="Metropolis"/>
        <a:sym typeface="Metropolis"/>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etropolis"/>
        <a:ea typeface="Metropolis"/>
        <a:cs typeface="Metropolis"/>
        <a:sym typeface="Metropolis"/>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etropolis"/>
        <a:ea typeface="Metropolis"/>
        <a:cs typeface="Metropolis"/>
        <a:sym typeface="Metropolis"/>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etropolis"/>
        <a:ea typeface="Metropolis"/>
        <a:cs typeface="Metropolis"/>
        <a:sym typeface="Metropolis"/>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etropolis"/>
        <a:ea typeface="Metropolis"/>
        <a:cs typeface="Metropolis"/>
        <a:sym typeface="Metropolis"/>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etropolis"/>
        <a:ea typeface="Metropolis"/>
        <a:cs typeface="Metropolis"/>
        <a:sym typeface="Metropolis"/>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etropolis"/>
        <a:ea typeface="Metropolis"/>
        <a:cs typeface="Metropolis"/>
        <a:sym typeface="Metropolis"/>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etropolis"/>
        <a:ea typeface="Metropolis"/>
        <a:cs typeface="Metropolis"/>
        <a:sym typeface="Metropoli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Metropolis"/>
          <a:ea typeface="Metropolis"/>
          <a:cs typeface="Metropoli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Metropolis"/>
          <a:ea typeface="Metropolis"/>
          <a:cs typeface="Metropoli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Metropolis"/>
          <a:ea typeface="Metropolis"/>
          <a:cs typeface="Metropolis"/>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Metropolis"/>
          <a:ea typeface="Metropolis"/>
          <a:cs typeface="Metropoli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C7B018BB-80A7-4F77-B60F-C8B233D01FF8}" styleName="">
    <a:tblBg/>
    <a:wholeTbl>
      <a:tcTxStyle b="off" i="off">
        <a:font>
          <a:latin typeface="Metropolis"/>
          <a:ea typeface="Metropolis"/>
          <a:cs typeface="Metropoli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3F5"/>
          </a:solidFill>
        </a:fill>
      </a:tcStyle>
    </a:wholeTbl>
    <a:band2H>
      <a:tcTxStyle b="def" i="def"/>
      <a:tcStyle>
        <a:tcBdr/>
        <a:fill>
          <a:solidFill>
            <a:srgbClr val="F0F2FA"/>
          </a:solidFill>
        </a:fill>
      </a:tcStyle>
    </a:band2H>
    <a:firstCol>
      <a:tcTxStyle b="on" i="off">
        <a:font>
          <a:latin typeface="Metropolis"/>
          <a:ea typeface="Metropolis"/>
          <a:cs typeface="Metropoli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Metropolis"/>
          <a:ea typeface="Metropolis"/>
          <a:cs typeface="Metropoli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Metropolis"/>
          <a:ea typeface="Metropolis"/>
          <a:cs typeface="Metropoli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
          <a:latin typeface="Metropolis"/>
          <a:ea typeface="Metropolis"/>
          <a:cs typeface="Metropoli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
          <a:latin typeface="Metropolis"/>
          <a:ea typeface="Metropolis"/>
          <a:cs typeface="Metropoli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Metropolis"/>
          <a:ea typeface="Metropolis"/>
          <a:cs typeface="Metropoli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Metropolis"/>
          <a:ea typeface="Metropolis"/>
          <a:cs typeface="Metropoli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
          <a:latin typeface="Metropolis"/>
          <a:ea typeface="Metropolis"/>
          <a:cs typeface="Metropoli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
          <a:latin typeface="Metropolis"/>
          <a:ea typeface="Metropolis"/>
          <a:cs typeface="Metropoli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Metropolis"/>
          <a:ea typeface="Metropolis"/>
          <a:cs typeface="Metropoli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Metropolis"/>
          <a:ea typeface="Metropolis"/>
          <a:cs typeface="Metropoli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
          <a:latin typeface="Metropolis"/>
          <a:ea typeface="Metropolis"/>
          <a:cs typeface="Metropolis"/>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Metropolis"/>
          <a:ea typeface="Metropolis"/>
          <a:cs typeface="Metropolis"/>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Metropolis"/>
          <a:ea typeface="Metropolis"/>
          <a:cs typeface="Metropolis"/>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Metropolis"/>
          <a:ea typeface="Metropolis"/>
          <a:cs typeface="Metropolis"/>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
          <a:latin typeface="Metropolis"/>
          <a:ea typeface="Metropolis"/>
          <a:cs typeface="Metropoli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Metropolis"/>
          <a:ea typeface="Metropolis"/>
          <a:cs typeface="Metropoli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Metropolis"/>
          <a:ea typeface="Metropolis"/>
          <a:cs typeface="Metropoli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Metropolis"/>
          <a:ea typeface="Metropolis"/>
          <a:cs typeface="Metropoli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8" name="Shape 138"/>
          <p:cNvSpPr/>
          <p:nvPr>
            <p:ph type="sldImg"/>
          </p:nvPr>
        </p:nvSpPr>
        <p:spPr>
          <a:xfrm>
            <a:off x="1143000" y="685800"/>
            <a:ext cx="4572000" cy="3429000"/>
          </a:xfrm>
          <a:prstGeom prst="rect">
            <a:avLst/>
          </a:prstGeom>
        </p:spPr>
        <p:txBody>
          <a:bodyPr/>
          <a:lstStyle/>
          <a:p>
            <a:pPr/>
          </a:p>
        </p:txBody>
      </p:sp>
      <p:sp>
        <p:nvSpPr>
          <p:cNvPr id="139" name="Shape 13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Slide">
    <p:spTree>
      <p:nvGrpSpPr>
        <p:cNvPr id="1" name=""/>
        <p:cNvGrpSpPr/>
        <p:nvPr/>
      </p:nvGrpSpPr>
      <p:grpSpPr>
        <a:xfrm>
          <a:off x="0" y="0"/>
          <a:ext cx="0" cy="0"/>
          <a:chOff x="0" y="0"/>
          <a:chExt cx="0" cy="0"/>
        </a:xfrm>
      </p:grpSpPr>
      <p:pic>
        <p:nvPicPr>
          <p:cNvPr id="18" name="Picture 9" descr="Picture 9"/>
          <p:cNvPicPr>
            <a:picLocks noChangeAspect="1"/>
          </p:cNvPicPr>
          <p:nvPr/>
        </p:nvPicPr>
        <p:blipFill>
          <a:blip r:embed="rId2">
            <a:extLst/>
          </a:blip>
          <a:stretch>
            <a:fillRect/>
          </a:stretch>
        </p:blipFill>
        <p:spPr>
          <a:xfrm>
            <a:off x="0" y="0"/>
            <a:ext cx="12192000" cy="6858000"/>
          </a:xfrm>
          <a:prstGeom prst="rect">
            <a:avLst/>
          </a:prstGeom>
          <a:ln w="12700">
            <a:miter lim="400000"/>
          </a:ln>
        </p:spPr>
      </p:pic>
      <p:sp>
        <p:nvSpPr>
          <p:cNvPr id="19" name="Title Text"/>
          <p:cNvSpPr txBox="1"/>
          <p:nvPr>
            <p:ph type="title"/>
          </p:nvPr>
        </p:nvSpPr>
        <p:spPr>
          <a:xfrm>
            <a:off x="944880" y="2836505"/>
            <a:ext cx="9598712" cy="1942538"/>
          </a:xfrm>
          <a:prstGeom prst="rect">
            <a:avLst/>
          </a:prstGeom>
        </p:spPr>
        <p:txBody>
          <a:bodyPr anchor="b"/>
          <a:lstStyle>
            <a:lvl1pPr>
              <a:defRPr sz="6000">
                <a:solidFill>
                  <a:srgbClr val="FFFFFF"/>
                </a:solidFill>
              </a:defRPr>
            </a:lvl1pPr>
          </a:lstStyle>
          <a:p>
            <a:pPr/>
            <a:r>
              <a:t>Title Text</a:t>
            </a:r>
          </a:p>
        </p:txBody>
      </p:sp>
      <p:sp>
        <p:nvSpPr>
          <p:cNvPr id="20" name="Body Level One…"/>
          <p:cNvSpPr txBox="1"/>
          <p:nvPr>
            <p:ph type="body" sz="quarter" idx="1"/>
          </p:nvPr>
        </p:nvSpPr>
        <p:spPr>
          <a:xfrm>
            <a:off x="944880" y="5108704"/>
            <a:ext cx="9144001" cy="605503"/>
          </a:xfrm>
          <a:prstGeom prst="rect">
            <a:avLst/>
          </a:prstGeom>
        </p:spPr>
        <p:txBody>
          <a:bodyPr/>
          <a:lstStyle>
            <a:lvl1pPr marL="0" indent="0">
              <a:buSzTx/>
              <a:buFontTx/>
              <a:buNone/>
              <a:defRPr sz="3600">
                <a:solidFill>
                  <a:srgbClr val="FFFFFF"/>
                </a:solidFill>
                <a:latin typeface="Metropolis Semi Bold"/>
                <a:ea typeface="Metropolis Semi Bold"/>
                <a:cs typeface="Metropolis Semi Bold"/>
                <a:sym typeface="Metropolis Semi Bold"/>
              </a:defRPr>
            </a:lvl1pPr>
            <a:lvl2pPr marL="0" indent="457200">
              <a:buSzTx/>
              <a:buFontTx/>
              <a:buNone/>
              <a:defRPr sz="3600">
                <a:solidFill>
                  <a:srgbClr val="FFFFFF"/>
                </a:solidFill>
                <a:latin typeface="Metropolis Semi Bold"/>
                <a:ea typeface="Metropolis Semi Bold"/>
                <a:cs typeface="Metropolis Semi Bold"/>
                <a:sym typeface="Metropolis Semi Bold"/>
              </a:defRPr>
            </a:lvl2pPr>
            <a:lvl3pPr marL="0" indent="914400">
              <a:buSzTx/>
              <a:buFontTx/>
              <a:buNone/>
              <a:defRPr sz="3600">
                <a:solidFill>
                  <a:srgbClr val="FFFFFF"/>
                </a:solidFill>
                <a:latin typeface="Metropolis Semi Bold"/>
                <a:ea typeface="Metropolis Semi Bold"/>
                <a:cs typeface="Metropolis Semi Bold"/>
                <a:sym typeface="Metropolis Semi Bold"/>
              </a:defRPr>
            </a:lvl3pPr>
            <a:lvl4pPr marL="0" indent="1371600">
              <a:buSzTx/>
              <a:buFontTx/>
              <a:buNone/>
              <a:defRPr sz="3600">
                <a:solidFill>
                  <a:srgbClr val="FFFFFF"/>
                </a:solidFill>
                <a:latin typeface="Metropolis Semi Bold"/>
                <a:ea typeface="Metropolis Semi Bold"/>
                <a:cs typeface="Metropolis Semi Bold"/>
                <a:sym typeface="Metropolis Semi Bold"/>
              </a:defRPr>
            </a:lvl4pPr>
            <a:lvl5pPr marL="0" indent="1828800">
              <a:buSzTx/>
              <a:buFontTx/>
              <a:buNone/>
              <a:defRPr sz="3600">
                <a:solidFill>
                  <a:srgbClr val="FFFFFF"/>
                </a:solidFill>
                <a:latin typeface="Metropolis Semi Bold"/>
                <a:ea typeface="Metropolis Semi Bold"/>
                <a:cs typeface="Metropolis Semi Bold"/>
                <a:sym typeface="Metropolis Semi Bold"/>
              </a:defRPr>
            </a:lvl5pPr>
          </a:lstStyle>
          <a:p>
            <a:pPr/>
            <a:r>
              <a:t>Body Level One</a:t>
            </a:r>
          </a:p>
          <a:p>
            <a:pPr lvl="1"/>
            <a:r>
              <a:t>Body Level Two</a:t>
            </a:r>
          </a:p>
          <a:p>
            <a:pPr lvl="2"/>
            <a:r>
              <a:t>Body Level Three</a:t>
            </a:r>
          </a:p>
          <a:p>
            <a:pPr lvl="3"/>
            <a:r>
              <a:t>Body Level Four</a:t>
            </a:r>
          </a:p>
          <a:p>
            <a:pPr lvl="4"/>
            <a:r>
              <a:t>Body Level Five</a:t>
            </a:r>
          </a:p>
        </p:txBody>
      </p:sp>
      <p:pic>
        <p:nvPicPr>
          <p:cNvPr id="21" name="Picture 13" descr="Picture 13"/>
          <p:cNvPicPr>
            <a:picLocks noChangeAspect="1"/>
          </p:cNvPicPr>
          <p:nvPr/>
        </p:nvPicPr>
        <p:blipFill>
          <a:blip r:embed="rId3">
            <a:extLst/>
          </a:blip>
          <a:stretch>
            <a:fillRect/>
          </a:stretch>
        </p:blipFill>
        <p:spPr>
          <a:xfrm>
            <a:off x="944880" y="1041399"/>
            <a:ext cx="3151260" cy="686814"/>
          </a:xfrm>
          <a:prstGeom prst="rect">
            <a:avLst/>
          </a:prstGeom>
          <a:ln w="12700">
            <a:miter lim="400000"/>
          </a:ln>
        </p:spPr>
      </p:pic>
      <p:pic>
        <p:nvPicPr>
          <p:cNvPr id="22" name="Picture 5" descr="Picture 5"/>
          <p:cNvPicPr>
            <a:picLocks noChangeAspect="1"/>
          </p:cNvPicPr>
          <p:nvPr/>
        </p:nvPicPr>
        <p:blipFill>
          <a:blip r:embed="rId4">
            <a:extLst/>
          </a:blip>
          <a:stretch>
            <a:fillRect/>
          </a:stretch>
        </p:blipFill>
        <p:spPr>
          <a:xfrm>
            <a:off x="944880" y="6334743"/>
            <a:ext cx="1725318" cy="365793"/>
          </a:xfrm>
          <a:prstGeom prst="rect">
            <a:avLst/>
          </a:prstGeom>
          <a:ln w="12700">
            <a:miter lim="400000"/>
          </a:ln>
        </p:spPr>
      </p:pic>
      <p:sp>
        <p:nvSpPr>
          <p:cNvPr id="23" name="Slide Number"/>
          <p:cNvSpPr txBox="1"/>
          <p:nvPr>
            <p:ph type="sldNum" sz="quarter" idx="2"/>
          </p:nvPr>
        </p:nvSpPr>
        <p:spPr>
          <a:xfrm>
            <a:off x="5892800" y="6172200"/>
            <a:ext cx="2844800" cy="368301"/>
          </a:xfrm>
          <a:prstGeom prst="rect">
            <a:avLst/>
          </a:prstGeom>
        </p:spPr>
        <p:txBody>
          <a:bodyPr/>
          <a:lstStyle>
            <a:lvl1pPr>
              <a:defRPr>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30" name="Title Text"/>
          <p:cNvSpPr txBox="1"/>
          <p:nvPr>
            <p:ph type="title"/>
          </p:nvPr>
        </p:nvSpPr>
        <p:spPr>
          <a:prstGeom prst="rect">
            <a:avLst/>
          </a:prstGeom>
        </p:spPr>
        <p:txBody>
          <a:bodyPr/>
          <a:lstStyle/>
          <a:p>
            <a:pPr/>
            <a:r>
              <a:t>Title Text</a:t>
            </a:r>
          </a:p>
        </p:txBody>
      </p:sp>
      <p:sp>
        <p:nvSpPr>
          <p:cNvPr id="3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 Header">
    <p:spTree>
      <p:nvGrpSpPr>
        <p:cNvPr id="1" name=""/>
        <p:cNvGrpSpPr/>
        <p:nvPr/>
      </p:nvGrpSpPr>
      <p:grpSpPr>
        <a:xfrm>
          <a:off x="0" y="0"/>
          <a:ext cx="0" cy="0"/>
          <a:chOff x="0" y="0"/>
          <a:chExt cx="0" cy="0"/>
        </a:xfrm>
      </p:grpSpPr>
      <p:pic>
        <p:nvPicPr>
          <p:cNvPr id="39" name="Picture 6" descr="Picture 6"/>
          <p:cNvPicPr>
            <a:picLocks noChangeAspect="1"/>
          </p:cNvPicPr>
          <p:nvPr/>
        </p:nvPicPr>
        <p:blipFill>
          <a:blip r:embed="rId2">
            <a:extLst/>
          </a:blip>
          <a:stretch>
            <a:fillRect/>
          </a:stretch>
        </p:blipFill>
        <p:spPr>
          <a:xfrm>
            <a:off x="11756135" y="0"/>
            <a:ext cx="435866" cy="432817"/>
          </a:xfrm>
          <a:prstGeom prst="rect">
            <a:avLst/>
          </a:prstGeom>
          <a:ln w="12700">
            <a:miter lim="400000"/>
          </a:ln>
        </p:spPr>
      </p:pic>
      <p:sp>
        <p:nvSpPr>
          <p:cNvPr id="40" name="Title Text"/>
          <p:cNvSpPr txBox="1"/>
          <p:nvPr>
            <p:ph type="title"/>
          </p:nvPr>
        </p:nvSpPr>
        <p:spPr>
          <a:xfrm>
            <a:off x="831850" y="1709738"/>
            <a:ext cx="10515600" cy="2852737"/>
          </a:xfrm>
          <a:prstGeom prst="rect">
            <a:avLst/>
          </a:prstGeom>
        </p:spPr>
        <p:txBody>
          <a:bodyPr anchor="b"/>
          <a:lstStyle>
            <a:lvl1pPr>
              <a:defRPr sz="6000"/>
            </a:lvl1pPr>
          </a:lstStyle>
          <a:p>
            <a:pPr/>
            <a:r>
              <a:t>Title Text</a:t>
            </a:r>
          </a:p>
        </p:txBody>
      </p:sp>
      <p:sp>
        <p:nvSpPr>
          <p:cNvPr id="41" name="Body Level One…"/>
          <p:cNvSpPr txBox="1"/>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pic>
        <p:nvPicPr>
          <p:cNvPr id="42" name="Picture 3" descr="Picture 3"/>
          <p:cNvPicPr>
            <a:picLocks noChangeAspect="1"/>
          </p:cNvPicPr>
          <p:nvPr/>
        </p:nvPicPr>
        <p:blipFill>
          <a:blip r:embed="rId3">
            <a:extLst/>
          </a:blip>
          <a:stretch>
            <a:fillRect/>
          </a:stretch>
        </p:blipFill>
        <p:spPr>
          <a:xfrm>
            <a:off x="835002" y="6356350"/>
            <a:ext cx="1725318" cy="365792"/>
          </a:xfrm>
          <a:prstGeom prst="rect">
            <a:avLst/>
          </a:prstGeom>
          <a:ln w="12700">
            <a:miter lim="400000"/>
          </a:ln>
        </p:spPr>
      </p:pic>
      <p:pic>
        <p:nvPicPr>
          <p:cNvPr id="43" name="Graphic 4" descr="Graphic 4"/>
          <p:cNvPicPr>
            <a:picLocks noChangeAspect="1"/>
          </p:cNvPicPr>
          <p:nvPr/>
        </p:nvPicPr>
        <p:blipFill>
          <a:blip r:embed="rId4">
            <a:extLst/>
          </a:blip>
          <a:stretch>
            <a:fillRect/>
          </a:stretch>
        </p:blipFill>
        <p:spPr>
          <a:xfrm>
            <a:off x="11353800" y="5986784"/>
            <a:ext cx="539470" cy="617232"/>
          </a:xfrm>
          <a:prstGeom prst="rect">
            <a:avLst/>
          </a:prstGeom>
          <a:ln w="12700">
            <a:miter lim="400000"/>
          </a:ln>
        </p:spPr>
      </p:pic>
      <p:sp>
        <p:nvSpPr>
          <p:cNvPr id="44" name="Slide Number"/>
          <p:cNvSpPr txBox="1"/>
          <p:nvPr>
            <p:ph type="sldNum" sz="quarter" idx="2"/>
          </p:nvPr>
        </p:nvSpPr>
        <p:spPr>
          <a:xfrm>
            <a:off x="11890351" y="87467"/>
            <a:ext cx="273657" cy="2692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 Content">
    <p:spTree>
      <p:nvGrpSpPr>
        <p:cNvPr id="1" name=""/>
        <p:cNvGrpSpPr/>
        <p:nvPr/>
      </p:nvGrpSpPr>
      <p:grpSpPr>
        <a:xfrm>
          <a:off x="0" y="0"/>
          <a:ext cx="0" cy="0"/>
          <a:chOff x="0" y="0"/>
          <a:chExt cx="0" cy="0"/>
        </a:xfrm>
      </p:grpSpPr>
      <p:pic>
        <p:nvPicPr>
          <p:cNvPr id="51" name="Picture 7" descr="Picture 7"/>
          <p:cNvPicPr>
            <a:picLocks noChangeAspect="1"/>
          </p:cNvPicPr>
          <p:nvPr/>
        </p:nvPicPr>
        <p:blipFill>
          <a:blip r:embed="rId2">
            <a:extLst/>
          </a:blip>
          <a:stretch>
            <a:fillRect/>
          </a:stretch>
        </p:blipFill>
        <p:spPr>
          <a:xfrm>
            <a:off x="11756135" y="0"/>
            <a:ext cx="435866" cy="432817"/>
          </a:xfrm>
          <a:prstGeom prst="rect">
            <a:avLst/>
          </a:prstGeom>
          <a:ln w="12700">
            <a:miter lim="400000"/>
          </a:ln>
        </p:spPr>
      </p:pic>
      <p:sp>
        <p:nvSpPr>
          <p:cNvPr id="52" name="Title Text"/>
          <p:cNvSpPr txBox="1"/>
          <p:nvPr>
            <p:ph type="title"/>
          </p:nvPr>
        </p:nvSpPr>
        <p:spPr>
          <a:prstGeom prst="rect">
            <a:avLst/>
          </a:prstGeom>
        </p:spPr>
        <p:txBody>
          <a:bodyPr/>
          <a:lstStyle/>
          <a:p>
            <a:pPr/>
            <a:r>
              <a:t>Title Text</a:t>
            </a:r>
          </a:p>
        </p:txBody>
      </p:sp>
      <p:sp>
        <p:nvSpPr>
          <p:cNvPr id="53" name="Body Level One…"/>
          <p:cNvSpPr txBox="1"/>
          <p:nvPr>
            <p:ph type="body" sz="half" idx="1"/>
          </p:nvPr>
        </p:nvSpPr>
        <p:spPr>
          <a:xfrm>
            <a:off x="838200" y="1825625"/>
            <a:ext cx="51816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pic>
        <p:nvPicPr>
          <p:cNvPr id="54" name="Picture 5" descr="Picture 5"/>
          <p:cNvPicPr>
            <a:picLocks noChangeAspect="1"/>
          </p:cNvPicPr>
          <p:nvPr/>
        </p:nvPicPr>
        <p:blipFill>
          <a:blip r:embed="rId3">
            <a:extLst/>
          </a:blip>
          <a:stretch>
            <a:fillRect/>
          </a:stretch>
        </p:blipFill>
        <p:spPr>
          <a:xfrm>
            <a:off x="835002" y="6356350"/>
            <a:ext cx="1725318" cy="365792"/>
          </a:xfrm>
          <a:prstGeom prst="rect">
            <a:avLst/>
          </a:prstGeom>
          <a:ln w="12700">
            <a:miter lim="400000"/>
          </a:ln>
        </p:spPr>
      </p:pic>
      <p:pic>
        <p:nvPicPr>
          <p:cNvPr id="55" name="Graphic 6" descr="Graphic 6"/>
          <p:cNvPicPr>
            <a:picLocks noChangeAspect="1"/>
          </p:cNvPicPr>
          <p:nvPr/>
        </p:nvPicPr>
        <p:blipFill>
          <a:blip r:embed="rId4">
            <a:extLst/>
          </a:blip>
          <a:stretch>
            <a:fillRect/>
          </a:stretch>
        </p:blipFill>
        <p:spPr>
          <a:xfrm>
            <a:off x="11353800" y="5986784"/>
            <a:ext cx="539470" cy="617232"/>
          </a:xfrm>
          <a:prstGeom prst="rect">
            <a:avLst/>
          </a:prstGeom>
          <a:ln w="12700">
            <a:miter lim="400000"/>
          </a:ln>
        </p:spPr>
      </p:pic>
      <p:sp>
        <p:nvSpPr>
          <p:cNvPr id="56" name="Slide Number"/>
          <p:cNvSpPr txBox="1"/>
          <p:nvPr>
            <p:ph type="sldNum" sz="quarter" idx="2"/>
          </p:nvPr>
        </p:nvSpPr>
        <p:spPr>
          <a:xfrm>
            <a:off x="11890351" y="87467"/>
            <a:ext cx="273657" cy="2692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mparison">
    <p:spTree>
      <p:nvGrpSpPr>
        <p:cNvPr id="1" name=""/>
        <p:cNvGrpSpPr/>
        <p:nvPr/>
      </p:nvGrpSpPr>
      <p:grpSpPr>
        <a:xfrm>
          <a:off x="0" y="0"/>
          <a:ext cx="0" cy="0"/>
          <a:chOff x="0" y="0"/>
          <a:chExt cx="0" cy="0"/>
        </a:xfrm>
      </p:grpSpPr>
      <p:pic>
        <p:nvPicPr>
          <p:cNvPr id="63" name="Picture 9" descr="Picture 9"/>
          <p:cNvPicPr>
            <a:picLocks noChangeAspect="1"/>
          </p:cNvPicPr>
          <p:nvPr/>
        </p:nvPicPr>
        <p:blipFill>
          <a:blip r:embed="rId2">
            <a:extLst/>
          </a:blip>
          <a:stretch>
            <a:fillRect/>
          </a:stretch>
        </p:blipFill>
        <p:spPr>
          <a:xfrm>
            <a:off x="11756135" y="0"/>
            <a:ext cx="435866" cy="432817"/>
          </a:xfrm>
          <a:prstGeom prst="rect">
            <a:avLst/>
          </a:prstGeom>
          <a:ln w="12700">
            <a:miter lim="400000"/>
          </a:ln>
        </p:spPr>
      </p:pic>
      <p:sp>
        <p:nvSpPr>
          <p:cNvPr id="64" name="Title Text"/>
          <p:cNvSpPr txBox="1"/>
          <p:nvPr>
            <p:ph type="title"/>
          </p:nvPr>
        </p:nvSpPr>
        <p:spPr>
          <a:xfrm>
            <a:off x="839787" y="365125"/>
            <a:ext cx="10515601" cy="1325563"/>
          </a:xfrm>
          <a:prstGeom prst="rect">
            <a:avLst/>
          </a:prstGeom>
        </p:spPr>
        <p:txBody>
          <a:bodyPr/>
          <a:lstStyle/>
          <a:p>
            <a:pPr/>
            <a:r>
              <a:t>Title Text</a:t>
            </a:r>
          </a:p>
        </p:txBody>
      </p:sp>
      <p:sp>
        <p:nvSpPr>
          <p:cNvPr id="65" name="Body Level One…"/>
          <p:cNvSpPr txBox="1"/>
          <p:nvPr>
            <p:ph type="body" sz="quarter" idx="1"/>
          </p:nvPr>
        </p:nvSpPr>
        <p:spPr>
          <a:xfrm>
            <a:off x="839787" y="1681163"/>
            <a:ext cx="5157789" cy="823913"/>
          </a:xfrm>
          <a:prstGeom prst="rect">
            <a:avLst/>
          </a:prstGeom>
        </p:spPr>
        <p:txBody>
          <a:bodyPr anchor="b"/>
          <a:lstStyle>
            <a:lvl1pPr marL="0" indent="0">
              <a:buSzTx/>
              <a:buFontTx/>
              <a:buNone/>
              <a:defRPr b="1" sz="2400">
                <a:solidFill>
                  <a:srgbClr val="A21D2E"/>
                </a:solidFill>
                <a:latin typeface="Zilla Slab"/>
                <a:ea typeface="Zilla Slab"/>
                <a:cs typeface="Zilla Slab"/>
                <a:sym typeface="Zilla Slab"/>
              </a:defRPr>
            </a:lvl1pPr>
            <a:lvl2pPr marL="0" indent="457200">
              <a:buSzTx/>
              <a:buFontTx/>
              <a:buNone/>
              <a:defRPr b="1" sz="2400">
                <a:solidFill>
                  <a:srgbClr val="A21D2E"/>
                </a:solidFill>
                <a:latin typeface="Zilla Slab"/>
                <a:ea typeface="Zilla Slab"/>
                <a:cs typeface="Zilla Slab"/>
                <a:sym typeface="Zilla Slab"/>
              </a:defRPr>
            </a:lvl2pPr>
            <a:lvl3pPr marL="0" indent="914400">
              <a:buSzTx/>
              <a:buFontTx/>
              <a:buNone/>
              <a:defRPr b="1" sz="2400">
                <a:solidFill>
                  <a:srgbClr val="A21D2E"/>
                </a:solidFill>
                <a:latin typeface="Zilla Slab"/>
                <a:ea typeface="Zilla Slab"/>
                <a:cs typeface="Zilla Slab"/>
                <a:sym typeface="Zilla Slab"/>
              </a:defRPr>
            </a:lvl3pPr>
            <a:lvl4pPr marL="0" indent="1371600">
              <a:buSzTx/>
              <a:buFontTx/>
              <a:buNone/>
              <a:defRPr b="1" sz="2400">
                <a:solidFill>
                  <a:srgbClr val="A21D2E"/>
                </a:solidFill>
                <a:latin typeface="Zilla Slab"/>
                <a:ea typeface="Zilla Slab"/>
                <a:cs typeface="Zilla Slab"/>
                <a:sym typeface="Zilla Slab"/>
              </a:defRPr>
            </a:lvl4pPr>
            <a:lvl5pPr marL="0" indent="1828800">
              <a:buSzTx/>
              <a:buFontTx/>
              <a:buNone/>
              <a:defRPr b="1" sz="2400">
                <a:solidFill>
                  <a:srgbClr val="A21D2E"/>
                </a:solidFill>
                <a:latin typeface="Zilla Slab"/>
                <a:ea typeface="Zilla Slab"/>
                <a:cs typeface="Zilla Slab"/>
                <a:sym typeface="Zilla Slab"/>
              </a:defRPr>
            </a:lvl5pPr>
          </a:lstStyle>
          <a:p>
            <a:pPr/>
            <a:r>
              <a:t>Body Level One</a:t>
            </a:r>
          </a:p>
          <a:p>
            <a:pPr lvl="1"/>
            <a:r>
              <a:t>Body Level Two</a:t>
            </a:r>
          </a:p>
          <a:p>
            <a:pPr lvl="2"/>
            <a:r>
              <a:t>Body Level Three</a:t>
            </a:r>
          </a:p>
          <a:p>
            <a:pPr lvl="3"/>
            <a:r>
              <a:t>Body Level Four</a:t>
            </a:r>
          </a:p>
          <a:p>
            <a:pPr lvl="4"/>
            <a:r>
              <a:t>Body Level Five</a:t>
            </a:r>
          </a:p>
        </p:txBody>
      </p:sp>
      <p:sp>
        <p:nvSpPr>
          <p:cNvPr id="66" name="Text Placeholder 4"/>
          <p:cNvSpPr/>
          <p:nvPr>
            <p:ph type="body" sz="quarter" idx="21"/>
          </p:nvPr>
        </p:nvSpPr>
        <p:spPr>
          <a:xfrm>
            <a:off x="6172200" y="1681163"/>
            <a:ext cx="5183188" cy="823913"/>
          </a:xfrm>
          <a:prstGeom prst="rect">
            <a:avLst/>
          </a:prstGeom>
        </p:spPr>
        <p:txBody>
          <a:bodyPr anchor="b"/>
          <a:lstStyle/>
          <a:p>
            <a:pPr marL="0" indent="0">
              <a:buSzTx/>
              <a:buFontTx/>
              <a:buNone/>
              <a:defRPr b="1" sz="2400">
                <a:solidFill>
                  <a:srgbClr val="A21D2E"/>
                </a:solidFill>
                <a:latin typeface="Zilla Slab"/>
                <a:ea typeface="Zilla Slab"/>
                <a:cs typeface="Zilla Slab"/>
                <a:sym typeface="Zilla Slab"/>
              </a:defRPr>
            </a:pPr>
          </a:p>
        </p:txBody>
      </p:sp>
      <p:pic>
        <p:nvPicPr>
          <p:cNvPr id="67" name="Picture 6" descr="Picture 6"/>
          <p:cNvPicPr>
            <a:picLocks noChangeAspect="1"/>
          </p:cNvPicPr>
          <p:nvPr/>
        </p:nvPicPr>
        <p:blipFill>
          <a:blip r:embed="rId3">
            <a:extLst/>
          </a:blip>
          <a:stretch>
            <a:fillRect/>
          </a:stretch>
        </p:blipFill>
        <p:spPr>
          <a:xfrm>
            <a:off x="835002" y="6356350"/>
            <a:ext cx="1725318" cy="365792"/>
          </a:xfrm>
          <a:prstGeom prst="rect">
            <a:avLst/>
          </a:prstGeom>
          <a:ln w="12700">
            <a:miter lim="400000"/>
          </a:ln>
        </p:spPr>
      </p:pic>
      <p:pic>
        <p:nvPicPr>
          <p:cNvPr id="68" name="Graphic 7" descr="Graphic 7"/>
          <p:cNvPicPr>
            <a:picLocks noChangeAspect="1"/>
          </p:cNvPicPr>
          <p:nvPr/>
        </p:nvPicPr>
        <p:blipFill>
          <a:blip r:embed="rId4">
            <a:extLst/>
          </a:blip>
          <a:stretch>
            <a:fillRect/>
          </a:stretch>
        </p:blipFill>
        <p:spPr>
          <a:xfrm>
            <a:off x="11353800" y="5986784"/>
            <a:ext cx="539470" cy="617232"/>
          </a:xfrm>
          <a:prstGeom prst="rect">
            <a:avLst/>
          </a:prstGeom>
          <a:ln w="12700">
            <a:miter lim="400000"/>
          </a:ln>
        </p:spPr>
      </p:pic>
      <p:sp>
        <p:nvSpPr>
          <p:cNvPr id="69" name="Slide Number"/>
          <p:cNvSpPr txBox="1"/>
          <p:nvPr>
            <p:ph type="sldNum" sz="quarter" idx="2"/>
          </p:nvPr>
        </p:nvSpPr>
        <p:spPr>
          <a:xfrm>
            <a:off x="11890351" y="87467"/>
            <a:ext cx="273657" cy="2692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Only">
    <p:spTree>
      <p:nvGrpSpPr>
        <p:cNvPr id="1" name=""/>
        <p:cNvGrpSpPr/>
        <p:nvPr/>
      </p:nvGrpSpPr>
      <p:grpSpPr>
        <a:xfrm>
          <a:off x="0" y="0"/>
          <a:ext cx="0" cy="0"/>
          <a:chOff x="0" y="0"/>
          <a:chExt cx="0" cy="0"/>
        </a:xfrm>
      </p:grpSpPr>
      <p:pic>
        <p:nvPicPr>
          <p:cNvPr id="76" name="Picture 5" descr="Picture 5"/>
          <p:cNvPicPr>
            <a:picLocks noChangeAspect="1"/>
          </p:cNvPicPr>
          <p:nvPr/>
        </p:nvPicPr>
        <p:blipFill>
          <a:blip r:embed="rId2">
            <a:extLst/>
          </a:blip>
          <a:stretch>
            <a:fillRect/>
          </a:stretch>
        </p:blipFill>
        <p:spPr>
          <a:xfrm>
            <a:off x="11756135" y="0"/>
            <a:ext cx="435866" cy="432817"/>
          </a:xfrm>
          <a:prstGeom prst="rect">
            <a:avLst/>
          </a:prstGeom>
          <a:ln w="12700">
            <a:miter lim="400000"/>
          </a:ln>
        </p:spPr>
      </p:pic>
      <p:sp>
        <p:nvSpPr>
          <p:cNvPr id="77" name="Title Text"/>
          <p:cNvSpPr txBox="1"/>
          <p:nvPr>
            <p:ph type="title"/>
          </p:nvPr>
        </p:nvSpPr>
        <p:spPr>
          <a:prstGeom prst="rect">
            <a:avLst/>
          </a:prstGeom>
        </p:spPr>
        <p:txBody>
          <a:bodyPr/>
          <a:lstStyle/>
          <a:p>
            <a:pPr/>
            <a:r>
              <a:t>Title Text</a:t>
            </a:r>
          </a:p>
        </p:txBody>
      </p:sp>
      <p:pic>
        <p:nvPicPr>
          <p:cNvPr id="78" name="Picture 2" descr="Picture 2"/>
          <p:cNvPicPr>
            <a:picLocks noChangeAspect="1"/>
          </p:cNvPicPr>
          <p:nvPr/>
        </p:nvPicPr>
        <p:blipFill>
          <a:blip r:embed="rId3">
            <a:extLst/>
          </a:blip>
          <a:stretch>
            <a:fillRect/>
          </a:stretch>
        </p:blipFill>
        <p:spPr>
          <a:xfrm>
            <a:off x="835002" y="6356350"/>
            <a:ext cx="1725318" cy="365792"/>
          </a:xfrm>
          <a:prstGeom prst="rect">
            <a:avLst/>
          </a:prstGeom>
          <a:ln w="12700">
            <a:miter lim="400000"/>
          </a:ln>
        </p:spPr>
      </p:pic>
      <p:pic>
        <p:nvPicPr>
          <p:cNvPr id="79" name="Graphic 3" descr="Graphic 3"/>
          <p:cNvPicPr>
            <a:picLocks noChangeAspect="1"/>
          </p:cNvPicPr>
          <p:nvPr/>
        </p:nvPicPr>
        <p:blipFill>
          <a:blip r:embed="rId4">
            <a:extLst/>
          </a:blip>
          <a:stretch>
            <a:fillRect/>
          </a:stretch>
        </p:blipFill>
        <p:spPr>
          <a:xfrm>
            <a:off x="11353800" y="5986784"/>
            <a:ext cx="539470" cy="617232"/>
          </a:xfrm>
          <a:prstGeom prst="rect">
            <a:avLst/>
          </a:prstGeom>
          <a:ln w="12700">
            <a:miter lim="400000"/>
          </a:ln>
        </p:spPr>
      </p:pic>
      <p:sp>
        <p:nvSpPr>
          <p:cNvPr id="80" name="Slide Number"/>
          <p:cNvSpPr txBox="1"/>
          <p:nvPr>
            <p:ph type="sldNum" sz="quarter" idx="2"/>
          </p:nvPr>
        </p:nvSpPr>
        <p:spPr>
          <a:xfrm>
            <a:off x="11890351" y="87467"/>
            <a:ext cx="273657" cy="2692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pic>
        <p:nvPicPr>
          <p:cNvPr id="87" name="Picture 4" descr="Picture 4"/>
          <p:cNvPicPr>
            <a:picLocks noChangeAspect="1"/>
          </p:cNvPicPr>
          <p:nvPr/>
        </p:nvPicPr>
        <p:blipFill>
          <a:blip r:embed="rId2">
            <a:extLst/>
          </a:blip>
          <a:stretch>
            <a:fillRect/>
          </a:stretch>
        </p:blipFill>
        <p:spPr>
          <a:xfrm>
            <a:off x="11756135" y="0"/>
            <a:ext cx="435866" cy="432817"/>
          </a:xfrm>
          <a:prstGeom prst="rect">
            <a:avLst/>
          </a:prstGeom>
          <a:ln w="12700">
            <a:miter lim="400000"/>
          </a:ln>
        </p:spPr>
      </p:pic>
      <p:pic>
        <p:nvPicPr>
          <p:cNvPr id="88" name="Picture 1" descr="Picture 1"/>
          <p:cNvPicPr>
            <a:picLocks noChangeAspect="1"/>
          </p:cNvPicPr>
          <p:nvPr/>
        </p:nvPicPr>
        <p:blipFill>
          <a:blip r:embed="rId3">
            <a:extLst/>
          </a:blip>
          <a:stretch>
            <a:fillRect/>
          </a:stretch>
        </p:blipFill>
        <p:spPr>
          <a:xfrm>
            <a:off x="835002" y="6356350"/>
            <a:ext cx="1725318" cy="365792"/>
          </a:xfrm>
          <a:prstGeom prst="rect">
            <a:avLst/>
          </a:prstGeom>
          <a:ln w="12700">
            <a:miter lim="400000"/>
          </a:ln>
        </p:spPr>
      </p:pic>
      <p:pic>
        <p:nvPicPr>
          <p:cNvPr id="89" name="Graphic 2" descr="Graphic 2"/>
          <p:cNvPicPr>
            <a:picLocks noChangeAspect="1"/>
          </p:cNvPicPr>
          <p:nvPr/>
        </p:nvPicPr>
        <p:blipFill>
          <a:blip r:embed="rId4">
            <a:extLst/>
          </a:blip>
          <a:stretch>
            <a:fillRect/>
          </a:stretch>
        </p:blipFill>
        <p:spPr>
          <a:xfrm>
            <a:off x="11353800" y="5986784"/>
            <a:ext cx="539470" cy="617232"/>
          </a:xfrm>
          <a:prstGeom prst="rect">
            <a:avLst/>
          </a:prstGeom>
          <a:ln w="12700">
            <a:miter lim="400000"/>
          </a:ln>
        </p:spPr>
      </p:pic>
      <p:sp>
        <p:nvSpPr>
          <p:cNvPr id="9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ntent with Caption">
    <p:spTree>
      <p:nvGrpSpPr>
        <p:cNvPr id="1" name=""/>
        <p:cNvGrpSpPr/>
        <p:nvPr/>
      </p:nvGrpSpPr>
      <p:grpSpPr>
        <a:xfrm>
          <a:off x="0" y="0"/>
          <a:ext cx="0" cy="0"/>
          <a:chOff x="0" y="0"/>
          <a:chExt cx="0" cy="0"/>
        </a:xfrm>
      </p:grpSpPr>
      <p:pic>
        <p:nvPicPr>
          <p:cNvPr id="97" name="Picture 7" descr="Picture 7"/>
          <p:cNvPicPr>
            <a:picLocks noChangeAspect="1"/>
          </p:cNvPicPr>
          <p:nvPr/>
        </p:nvPicPr>
        <p:blipFill>
          <a:blip r:embed="rId2">
            <a:extLst/>
          </a:blip>
          <a:stretch>
            <a:fillRect/>
          </a:stretch>
        </p:blipFill>
        <p:spPr>
          <a:xfrm>
            <a:off x="11756135" y="0"/>
            <a:ext cx="435866" cy="432817"/>
          </a:xfrm>
          <a:prstGeom prst="rect">
            <a:avLst/>
          </a:prstGeom>
          <a:ln w="12700">
            <a:miter lim="400000"/>
          </a:ln>
        </p:spPr>
      </p:pic>
      <p:sp>
        <p:nvSpPr>
          <p:cNvPr id="98" name="Title Text"/>
          <p:cNvSpPr txBox="1"/>
          <p:nvPr>
            <p:ph type="title"/>
          </p:nvPr>
        </p:nvSpPr>
        <p:spPr>
          <a:xfrm>
            <a:off x="839787" y="457200"/>
            <a:ext cx="3932239" cy="1112838"/>
          </a:xfrm>
          <a:prstGeom prst="rect">
            <a:avLst/>
          </a:prstGeom>
        </p:spPr>
        <p:txBody>
          <a:bodyPr anchor="b"/>
          <a:lstStyle>
            <a:lvl1pPr>
              <a:defRPr sz="3200"/>
            </a:lvl1pPr>
          </a:lstStyle>
          <a:p>
            <a:pPr/>
            <a:r>
              <a:t>Title Text</a:t>
            </a:r>
          </a:p>
        </p:txBody>
      </p:sp>
      <p:sp>
        <p:nvSpPr>
          <p:cNvPr id="99" name="Body Level One…"/>
          <p:cNvSpPr txBox="1"/>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Body Level One</a:t>
            </a:r>
          </a:p>
          <a:p>
            <a:pPr lvl="1"/>
            <a:r>
              <a:t>Body Level Two</a:t>
            </a:r>
          </a:p>
          <a:p>
            <a:pPr lvl="2"/>
            <a:r>
              <a:t>Body Level Three</a:t>
            </a:r>
          </a:p>
          <a:p>
            <a:pPr lvl="3"/>
            <a:r>
              <a:t>Body Level Four</a:t>
            </a:r>
          </a:p>
          <a:p>
            <a:pPr lvl="4"/>
            <a:r>
              <a:t>Body Level Five</a:t>
            </a:r>
          </a:p>
        </p:txBody>
      </p:sp>
      <p:sp>
        <p:nvSpPr>
          <p:cNvPr id="100" name="Text Placeholder 3"/>
          <p:cNvSpPr/>
          <p:nvPr>
            <p:ph type="body" sz="quarter" idx="21"/>
          </p:nvPr>
        </p:nvSpPr>
        <p:spPr>
          <a:xfrm>
            <a:off x="839787" y="2057400"/>
            <a:ext cx="3932238" cy="3811588"/>
          </a:xfrm>
          <a:prstGeom prst="rect">
            <a:avLst/>
          </a:prstGeom>
        </p:spPr>
        <p:txBody>
          <a:bodyPr/>
          <a:lstStyle/>
          <a:p>
            <a:pPr marL="0" indent="0">
              <a:buSzTx/>
              <a:buFontTx/>
              <a:buNone/>
              <a:defRPr sz="1600"/>
            </a:pPr>
          </a:p>
        </p:txBody>
      </p:sp>
      <p:pic>
        <p:nvPicPr>
          <p:cNvPr id="101" name="Picture 4" descr="Picture 4"/>
          <p:cNvPicPr>
            <a:picLocks noChangeAspect="1"/>
          </p:cNvPicPr>
          <p:nvPr/>
        </p:nvPicPr>
        <p:blipFill>
          <a:blip r:embed="rId3">
            <a:extLst/>
          </a:blip>
          <a:stretch>
            <a:fillRect/>
          </a:stretch>
        </p:blipFill>
        <p:spPr>
          <a:xfrm>
            <a:off x="835002" y="6356350"/>
            <a:ext cx="1725318" cy="365792"/>
          </a:xfrm>
          <a:prstGeom prst="rect">
            <a:avLst/>
          </a:prstGeom>
          <a:ln w="12700">
            <a:miter lim="400000"/>
          </a:ln>
        </p:spPr>
      </p:pic>
      <p:pic>
        <p:nvPicPr>
          <p:cNvPr id="102" name="Graphic 5" descr="Graphic 5"/>
          <p:cNvPicPr>
            <a:picLocks noChangeAspect="1"/>
          </p:cNvPicPr>
          <p:nvPr/>
        </p:nvPicPr>
        <p:blipFill>
          <a:blip r:embed="rId4">
            <a:extLst/>
          </a:blip>
          <a:stretch>
            <a:fillRect/>
          </a:stretch>
        </p:blipFill>
        <p:spPr>
          <a:xfrm>
            <a:off x="11353800" y="5986784"/>
            <a:ext cx="539470" cy="617232"/>
          </a:xfrm>
          <a:prstGeom prst="rect">
            <a:avLst/>
          </a:prstGeom>
          <a:ln w="12700">
            <a:miter lim="400000"/>
          </a:ln>
        </p:spPr>
      </p:pic>
      <p:sp>
        <p:nvSpPr>
          <p:cNvPr id="103" name="Slide Number"/>
          <p:cNvSpPr txBox="1"/>
          <p:nvPr>
            <p:ph type="sldNum" sz="quarter" idx="2"/>
          </p:nvPr>
        </p:nvSpPr>
        <p:spPr>
          <a:xfrm>
            <a:off x="11890351" y="87467"/>
            <a:ext cx="273657" cy="2692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 with Caption">
    <p:spTree>
      <p:nvGrpSpPr>
        <p:cNvPr id="1" name=""/>
        <p:cNvGrpSpPr/>
        <p:nvPr/>
      </p:nvGrpSpPr>
      <p:grpSpPr>
        <a:xfrm>
          <a:off x="0" y="0"/>
          <a:ext cx="0" cy="0"/>
          <a:chOff x="0" y="0"/>
          <a:chExt cx="0" cy="0"/>
        </a:xfrm>
      </p:grpSpPr>
      <p:sp>
        <p:nvSpPr>
          <p:cNvPr id="110" name="Rectangle 9"/>
          <p:cNvSpPr/>
          <p:nvPr/>
        </p:nvSpPr>
        <p:spPr>
          <a:xfrm>
            <a:off x="5076825" y="885825"/>
            <a:ext cx="6275388" cy="4983163"/>
          </a:xfrm>
          <a:prstGeom prst="rect">
            <a:avLst/>
          </a:prstGeom>
          <a:solidFill>
            <a:srgbClr val="A21D2E"/>
          </a:solidFill>
          <a:ln w="12700">
            <a:miter lim="400000"/>
          </a:ln>
        </p:spPr>
        <p:txBody>
          <a:bodyPr lIns="45719" rIns="45719" anchor="ctr"/>
          <a:lstStyle/>
          <a:p>
            <a:pPr algn="ctr">
              <a:defRPr>
                <a:solidFill>
                  <a:srgbClr val="FFFFFF"/>
                </a:solidFill>
              </a:defRPr>
            </a:pPr>
          </a:p>
        </p:txBody>
      </p:sp>
      <p:pic>
        <p:nvPicPr>
          <p:cNvPr id="111" name="Picture 7" descr="Picture 7"/>
          <p:cNvPicPr>
            <a:picLocks noChangeAspect="1"/>
          </p:cNvPicPr>
          <p:nvPr/>
        </p:nvPicPr>
        <p:blipFill>
          <a:blip r:embed="rId2">
            <a:extLst/>
          </a:blip>
          <a:stretch>
            <a:fillRect/>
          </a:stretch>
        </p:blipFill>
        <p:spPr>
          <a:xfrm>
            <a:off x="11756135" y="0"/>
            <a:ext cx="435866" cy="432817"/>
          </a:xfrm>
          <a:prstGeom prst="rect">
            <a:avLst/>
          </a:prstGeom>
          <a:ln w="12700">
            <a:miter lim="400000"/>
          </a:ln>
        </p:spPr>
      </p:pic>
      <p:sp>
        <p:nvSpPr>
          <p:cNvPr id="112" name="Title Text"/>
          <p:cNvSpPr txBox="1"/>
          <p:nvPr>
            <p:ph type="title"/>
          </p:nvPr>
        </p:nvSpPr>
        <p:spPr>
          <a:xfrm>
            <a:off x="839787" y="457200"/>
            <a:ext cx="3932239" cy="1112838"/>
          </a:xfrm>
          <a:prstGeom prst="rect">
            <a:avLst/>
          </a:prstGeom>
        </p:spPr>
        <p:txBody>
          <a:bodyPr anchor="b"/>
          <a:lstStyle>
            <a:lvl1pPr>
              <a:defRPr sz="3200"/>
            </a:lvl1pPr>
          </a:lstStyle>
          <a:p>
            <a:pPr/>
            <a:r>
              <a:t>Title Text</a:t>
            </a:r>
          </a:p>
        </p:txBody>
      </p:sp>
      <p:sp>
        <p:nvSpPr>
          <p:cNvPr id="113" name="Picture Placeholder 2"/>
          <p:cNvSpPr/>
          <p:nvPr>
            <p:ph type="pic" sz="half" idx="21"/>
          </p:nvPr>
        </p:nvSpPr>
        <p:spPr>
          <a:xfrm>
            <a:off x="5183187" y="987425"/>
            <a:ext cx="6065838" cy="4737101"/>
          </a:xfrm>
          <a:prstGeom prst="rect">
            <a:avLst/>
          </a:prstGeom>
        </p:spPr>
        <p:txBody>
          <a:bodyPr lIns="91439" rIns="91439">
            <a:noAutofit/>
          </a:bodyPr>
          <a:lstStyle/>
          <a:p>
            <a:pPr/>
          </a:p>
        </p:txBody>
      </p:sp>
      <p:sp>
        <p:nvSpPr>
          <p:cNvPr id="114" name="Body Level One…"/>
          <p:cNvSpPr txBox="1"/>
          <p:nvPr>
            <p:ph type="body" sz="half" idx="1"/>
          </p:nvPr>
        </p:nvSpPr>
        <p:spPr>
          <a:xfrm>
            <a:off x="839787" y="1578717"/>
            <a:ext cx="3932239" cy="4290271"/>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a:r>
              <a:t>Body Level One</a:t>
            </a:r>
          </a:p>
          <a:p>
            <a:pPr lvl="1"/>
            <a:r>
              <a:t>Body Level Two</a:t>
            </a:r>
          </a:p>
          <a:p>
            <a:pPr lvl="2"/>
            <a:r>
              <a:t>Body Level Three</a:t>
            </a:r>
          </a:p>
          <a:p>
            <a:pPr lvl="3"/>
            <a:r>
              <a:t>Body Level Four</a:t>
            </a:r>
          </a:p>
          <a:p>
            <a:pPr lvl="4"/>
            <a:r>
              <a:t>Body Level Five</a:t>
            </a:r>
          </a:p>
        </p:txBody>
      </p:sp>
      <p:pic>
        <p:nvPicPr>
          <p:cNvPr id="115" name="Picture 4" descr="Picture 4"/>
          <p:cNvPicPr>
            <a:picLocks noChangeAspect="1"/>
          </p:cNvPicPr>
          <p:nvPr/>
        </p:nvPicPr>
        <p:blipFill>
          <a:blip r:embed="rId3">
            <a:extLst/>
          </a:blip>
          <a:stretch>
            <a:fillRect/>
          </a:stretch>
        </p:blipFill>
        <p:spPr>
          <a:xfrm>
            <a:off x="835002" y="6356350"/>
            <a:ext cx="1725318" cy="365792"/>
          </a:xfrm>
          <a:prstGeom prst="rect">
            <a:avLst/>
          </a:prstGeom>
          <a:ln w="12700">
            <a:miter lim="400000"/>
          </a:ln>
        </p:spPr>
      </p:pic>
      <p:pic>
        <p:nvPicPr>
          <p:cNvPr id="116" name="Graphic 5" descr="Graphic 5"/>
          <p:cNvPicPr>
            <a:picLocks noChangeAspect="1"/>
          </p:cNvPicPr>
          <p:nvPr/>
        </p:nvPicPr>
        <p:blipFill>
          <a:blip r:embed="rId4">
            <a:extLst/>
          </a:blip>
          <a:stretch>
            <a:fillRect/>
          </a:stretch>
        </p:blipFill>
        <p:spPr>
          <a:xfrm>
            <a:off x="11353800" y="5986784"/>
            <a:ext cx="539470" cy="617232"/>
          </a:xfrm>
          <a:prstGeom prst="rect">
            <a:avLst/>
          </a:prstGeom>
          <a:ln w="12700">
            <a:miter lim="400000"/>
          </a:ln>
        </p:spPr>
      </p:pic>
      <p:sp>
        <p:nvSpPr>
          <p:cNvPr id="117" name="Slide Number"/>
          <p:cNvSpPr txBox="1"/>
          <p:nvPr>
            <p:ph type="sldNum" sz="quarter" idx="2"/>
          </p:nvPr>
        </p:nvSpPr>
        <p:spPr>
          <a:xfrm>
            <a:off x="11890351" y="87467"/>
            <a:ext cx="273657" cy="2692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Title Slide">
    <p:bg>
      <p:bgPr>
        <a:solidFill>
          <a:srgbClr val="293786"/>
        </a:solidFill>
      </p:bgPr>
    </p:bg>
    <p:spTree>
      <p:nvGrpSpPr>
        <p:cNvPr id="1" name=""/>
        <p:cNvGrpSpPr/>
        <p:nvPr/>
      </p:nvGrpSpPr>
      <p:grpSpPr>
        <a:xfrm>
          <a:off x="0" y="0"/>
          <a:ext cx="0" cy="0"/>
          <a:chOff x="0" y="0"/>
          <a:chExt cx="0" cy="0"/>
        </a:xfrm>
      </p:grpSpPr>
      <p:pic>
        <p:nvPicPr>
          <p:cNvPr id="124" name="Graphic 18" descr="Graphic 18"/>
          <p:cNvPicPr>
            <a:picLocks noChangeAspect="1"/>
          </p:cNvPicPr>
          <p:nvPr/>
        </p:nvPicPr>
        <p:blipFill>
          <a:blip r:embed="rId2">
            <a:extLst/>
          </a:blip>
          <a:stretch>
            <a:fillRect/>
          </a:stretch>
        </p:blipFill>
        <p:spPr>
          <a:xfrm>
            <a:off x="1092362" y="3032254"/>
            <a:ext cx="342036" cy="376239"/>
          </a:xfrm>
          <a:prstGeom prst="rect">
            <a:avLst/>
          </a:prstGeom>
          <a:ln w="12700">
            <a:miter lim="400000"/>
          </a:ln>
        </p:spPr>
      </p:pic>
      <p:pic>
        <p:nvPicPr>
          <p:cNvPr id="125" name="Graphic 20" descr="Graphic 20"/>
          <p:cNvPicPr>
            <a:picLocks noChangeAspect="1"/>
          </p:cNvPicPr>
          <p:nvPr/>
        </p:nvPicPr>
        <p:blipFill>
          <a:blip r:embed="rId3">
            <a:extLst/>
          </a:blip>
          <a:stretch>
            <a:fillRect/>
          </a:stretch>
        </p:blipFill>
        <p:spPr>
          <a:xfrm>
            <a:off x="1109778" y="3926564"/>
            <a:ext cx="307201" cy="384001"/>
          </a:xfrm>
          <a:prstGeom prst="rect">
            <a:avLst/>
          </a:prstGeom>
          <a:ln w="12700">
            <a:miter lim="400000"/>
          </a:ln>
        </p:spPr>
      </p:pic>
      <p:pic>
        <p:nvPicPr>
          <p:cNvPr id="126" name="Graphic 22" descr="Graphic 22"/>
          <p:cNvPicPr>
            <a:picLocks noChangeAspect="1"/>
          </p:cNvPicPr>
          <p:nvPr/>
        </p:nvPicPr>
        <p:blipFill>
          <a:blip r:embed="rId4">
            <a:extLst/>
          </a:blip>
          <a:stretch>
            <a:fillRect/>
          </a:stretch>
        </p:blipFill>
        <p:spPr>
          <a:xfrm>
            <a:off x="1060774" y="4758611"/>
            <a:ext cx="405210" cy="405210"/>
          </a:xfrm>
          <a:prstGeom prst="rect">
            <a:avLst/>
          </a:prstGeom>
          <a:ln w="12700">
            <a:miter lim="400000"/>
          </a:ln>
        </p:spPr>
      </p:pic>
      <p:pic>
        <p:nvPicPr>
          <p:cNvPr id="127" name="Graphic 26" descr="Graphic 26"/>
          <p:cNvPicPr>
            <a:picLocks noChangeAspect="1"/>
          </p:cNvPicPr>
          <p:nvPr/>
        </p:nvPicPr>
        <p:blipFill>
          <a:blip r:embed="rId5">
            <a:extLst/>
          </a:blip>
          <a:stretch>
            <a:fillRect/>
          </a:stretch>
        </p:blipFill>
        <p:spPr>
          <a:xfrm>
            <a:off x="1109778" y="5676372"/>
            <a:ext cx="3172855" cy="376043"/>
          </a:xfrm>
          <a:prstGeom prst="rect">
            <a:avLst/>
          </a:prstGeom>
          <a:ln w="12700">
            <a:miter lim="400000"/>
          </a:ln>
        </p:spPr>
      </p:pic>
      <p:pic>
        <p:nvPicPr>
          <p:cNvPr id="128" name="Picture 13" descr="Picture 13"/>
          <p:cNvPicPr>
            <a:picLocks noChangeAspect="1"/>
          </p:cNvPicPr>
          <p:nvPr/>
        </p:nvPicPr>
        <p:blipFill>
          <a:blip r:embed="rId6">
            <a:extLst/>
          </a:blip>
          <a:stretch>
            <a:fillRect/>
          </a:stretch>
        </p:blipFill>
        <p:spPr>
          <a:xfrm>
            <a:off x="944880" y="1041399"/>
            <a:ext cx="4760572" cy="1037561"/>
          </a:xfrm>
          <a:prstGeom prst="rect">
            <a:avLst/>
          </a:prstGeom>
          <a:ln w="12700">
            <a:miter lim="400000"/>
          </a:ln>
        </p:spPr>
      </p:pic>
      <p:sp>
        <p:nvSpPr>
          <p:cNvPr id="129" name="Subtitle 2"/>
          <p:cNvSpPr txBox="1"/>
          <p:nvPr/>
        </p:nvSpPr>
        <p:spPr>
          <a:xfrm>
            <a:off x="1674493" y="3921042"/>
            <a:ext cx="8368668"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90000"/>
              </a:lnSpc>
              <a:spcBef>
                <a:spcPts val="1000"/>
              </a:spcBef>
              <a:defRPr sz="2400">
                <a:solidFill>
                  <a:srgbClr val="FFFFFF"/>
                </a:solidFill>
              </a:defRPr>
            </a:lvl1pPr>
          </a:lstStyle>
          <a:p>
            <a:pPr/>
            <a:r>
              <a:t>0731 3111500, 0731 3111501 </a:t>
            </a:r>
          </a:p>
        </p:txBody>
      </p:sp>
      <p:sp>
        <p:nvSpPr>
          <p:cNvPr id="130" name="Subtitle 2"/>
          <p:cNvSpPr txBox="1"/>
          <p:nvPr/>
        </p:nvSpPr>
        <p:spPr>
          <a:xfrm>
            <a:off x="1674494" y="4797552"/>
            <a:ext cx="8315961" cy="40521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defTabSz="813816">
              <a:lnSpc>
                <a:spcPct val="81000"/>
              </a:lnSpc>
              <a:spcBef>
                <a:spcPts val="800"/>
              </a:spcBef>
              <a:defRPr sz="2136">
                <a:solidFill>
                  <a:srgbClr val="FFFFFF"/>
                </a:solidFill>
              </a:defRPr>
            </a:lvl1pPr>
          </a:lstStyle>
          <a:p>
            <a:pPr/>
            <a:r>
              <a:t>www.medicaps.ac.in</a:t>
            </a:r>
          </a:p>
        </p:txBody>
      </p:sp>
      <p:sp>
        <p:nvSpPr>
          <p:cNvPr id="131" name="Subtitle 2"/>
          <p:cNvSpPr txBox="1"/>
          <p:nvPr/>
        </p:nvSpPr>
        <p:spPr>
          <a:xfrm>
            <a:off x="1674493" y="3030245"/>
            <a:ext cx="8368668"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90000"/>
              </a:lnSpc>
              <a:spcBef>
                <a:spcPts val="1000"/>
              </a:spcBef>
              <a:defRPr sz="2400">
                <a:solidFill>
                  <a:srgbClr val="FFFFFF"/>
                </a:solidFill>
              </a:defRPr>
            </a:lvl1pPr>
          </a:lstStyle>
          <a:p>
            <a:pPr/>
            <a:r>
              <a:t>A.B. Road, Pigdamber, Rau, Indore – 453331 </a:t>
            </a:r>
          </a:p>
        </p:txBody>
      </p:sp>
      <p:sp>
        <p:nvSpPr>
          <p:cNvPr id="132" name="Slide Number"/>
          <p:cNvSpPr txBox="1"/>
          <p:nvPr>
            <p:ph type="sldNum" sz="quarter" idx="2"/>
          </p:nvPr>
        </p:nvSpPr>
        <p:spPr>
          <a:xfrm>
            <a:off x="5892800" y="6172200"/>
            <a:ext cx="2844800" cy="368301"/>
          </a:xfrm>
          <a:prstGeom prst="rect">
            <a:avLst/>
          </a:prstGeom>
        </p:spPr>
        <p:txBody>
          <a:bodyPr/>
          <a:lstStyle>
            <a:lvl1pPr>
              <a:defRPr>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slideLayout" Target="../slideLayouts/slideLayout1.xml"/><Relationship Id="rId7" Type="http://schemas.openxmlformats.org/officeDocument/2006/relationships/slideLayout" Target="../slideLayouts/slideLayout2.xml"/><Relationship Id="rId8" Type="http://schemas.openxmlformats.org/officeDocument/2006/relationships/slideLayout" Target="../slideLayouts/slideLayout3.xml"/><Relationship Id="rId9" Type="http://schemas.openxmlformats.org/officeDocument/2006/relationships/slideLayout" Target="../slideLayouts/slideLayout4.xml"/><Relationship Id="rId10" Type="http://schemas.openxmlformats.org/officeDocument/2006/relationships/slideLayout" Target="../slideLayouts/slideLayout5.xml"/><Relationship Id="rId11" Type="http://schemas.openxmlformats.org/officeDocument/2006/relationships/slideLayout" Target="../slideLayouts/slideLayout6.xml"/><Relationship Id="rId12" Type="http://schemas.openxmlformats.org/officeDocument/2006/relationships/slideLayout" Target="../slideLayouts/slideLayout7.xml"/><Relationship Id="rId13" Type="http://schemas.openxmlformats.org/officeDocument/2006/relationships/slideLayout" Target="../slideLayouts/slideLayout8.xml"/><Relationship Id="rId14" Type="http://schemas.openxmlformats.org/officeDocument/2006/relationships/slideLayout" Target="../slideLayouts/slideLayout9.xml"/><Relationship Id="rId15"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pic>
        <p:nvPicPr>
          <p:cNvPr id="2" name="Picture 7" descr="Picture 7"/>
          <p:cNvPicPr>
            <a:picLocks noChangeAspect="1"/>
          </p:cNvPicPr>
          <p:nvPr/>
        </p:nvPicPr>
        <p:blipFill>
          <a:blip r:embed="rId2">
            <a:extLst/>
          </a:blip>
          <a:stretch>
            <a:fillRect/>
          </a:stretch>
        </p:blipFill>
        <p:spPr>
          <a:xfrm>
            <a:off x="11756135" y="0"/>
            <a:ext cx="435866" cy="432817"/>
          </a:xfrm>
          <a:prstGeom prst="rect">
            <a:avLst/>
          </a:prstGeom>
          <a:ln w="12700">
            <a:miter lim="400000"/>
          </a:ln>
        </p:spPr>
      </p:pic>
      <p:sp>
        <p:nvSpPr>
          <p:cNvPr id="3" name="Title Text"/>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4" name="Body Level One…"/>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pic>
        <p:nvPicPr>
          <p:cNvPr id="5" name="Picture 3" descr="Picture 3"/>
          <p:cNvPicPr>
            <a:picLocks noChangeAspect="1"/>
          </p:cNvPicPr>
          <p:nvPr/>
        </p:nvPicPr>
        <p:blipFill>
          <a:blip r:embed="rId3">
            <a:extLst/>
          </a:blip>
          <a:stretch>
            <a:fillRect/>
          </a:stretch>
        </p:blipFill>
        <p:spPr>
          <a:xfrm>
            <a:off x="835002" y="6356350"/>
            <a:ext cx="1725318" cy="365792"/>
          </a:xfrm>
          <a:prstGeom prst="rect">
            <a:avLst/>
          </a:prstGeom>
          <a:ln w="12700">
            <a:miter lim="400000"/>
          </a:ln>
        </p:spPr>
      </p:pic>
      <p:pic>
        <p:nvPicPr>
          <p:cNvPr id="6" name="Graphic 5" descr="Graphic 5"/>
          <p:cNvPicPr>
            <a:picLocks noChangeAspect="1"/>
          </p:cNvPicPr>
          <p:nvPr/>
        </p:nvPicPr>
        <p:blipFill>
          <a:blip r:embed="rId4">
            <a:extLst/>
          </a:blip>
          <a:stretch>
            <a:fillRect/>
          </a:stretch>
        </p:blipFill>
        <p:spPr>
          <a:xfrm>
            <a:off x="11353800" y="5986784"/>
            <a:ext cx="539470" cy="617232"/>
          </a:xfrm>
          <a:prstGeom prst="rect">
            <a:avLst/>
          </a:prstGeom>
          <a:ln w="12700">
            <a:miter lim="400000"/>
          </a:ln>
        </p:spPr>
      </p:pic>
      <p:sp>
        <p:nvSpPr>
          <p:cNvPr id="7" name="Slide Number"/>
          <p:cNvSpPr txBox="1"/>
          <p:nvPr>
            <p:ph type="sldNum" sz="quarter" idx="2"/>
          </p:nvPr>
        </p:nvSpPr>
        <p:spPr>
          <a:xfrm>
            <a:off x="11890351" y="87467"/>
            <a:ext cx="273656" cy="269241"/>
          </a:xfrm>
          <a:prstGeom prst="rect">
            <a:avLst/>
          </a:prstGeom>
          <a:ln w="12700">
            <a:miter lim="400000"/>
          </a:ln>
        </p:spPr>
        <p:txBody>
          <a:bodyPr wrap="none" lIns="45719" rIns="45719" anchor="ctr">
            <a:spAutoFit/>
          </a:bodyPr>
          <a:lstStyle>
            <a:lvl1pPr algn="r">
              <a:defRPr sz="1200">
                <a:solidFill>
                  <a:srgbClr val="FFFFFF"/>
                </a:solidFill>
              </a:defRPr>
            </a:lvl1pPr>
          </a:lstStyle>
          <a:p>
            <a:pPr/>
            <a:fld id="{86CB4B4D-7CA3-9044-876B-883B54F8677D}" type="slidenum"/>
          </a:p>
        </p:txBody>
      </p:sp>
      <p:pic>
        <p:nvPicPr>
          <p:cNvPr id="8" name="Picture 6" descr="Picture 6"/>
          <p:cNvPicPr>
            <a:picLocks noChangeAspect="1"/>
          </p:cNvPicPr>
          <p:nvPr/>
        </p:nvPicPr>
        <p:blipFill>
          <a:blip r:embed="rId5">
            <a:alphaModFix amt="20000"/>
            <a:extLst/>
          </a:blip>
          <a:srcRect l="0" t="911" r="25323" b="911"/>
          <a:stretch>
            <a:fillRect/>
          </a:stretch>
        </p:blipFill>
        <p:spPr>
          <a:xfrm>
            <a:off x="0" y="-1"/>
            <a:ext cx="12164007" cy="6858002"/>
          </a:xfrm>
          <a:prstGeom prst="rect">
            <a:avLst/>
          </a:prstGeom>
          <a:ln w="12700">
            <a:miter lim="400000"/>
          </a:ln>
        </p:spPr>
      </p:pic>
      <p:sp>
        <p:nvSpPr>
          <p:cNvPr id="9" name="Rectangle 8"/>
          <p:cNvSpPr/>
          <p:nvPr/>
        </p:nvSpPr>
        <p:spPr>
          <a:xfrm>
            <a:off x="-1" y="0"/>
            <a:ext cx="346366" cy="4219720"/>
          </a:xfrm>
          <a:prstGeom prst="rect">
            <a:avLst/>
          </a:prstGeom>
          <a:solidFill>
            <a:srgbClr val="293786"/>
          </a:solidFill>
          <a:ln w="12700">
            <a:miter lim="400000"/>
          </a:ln>
        </p:spPr>
        <p:txBody>
          <a:bodyPr lIns="45719" rIns="45719" anchor="ctr"/>
          <a:lstStyle/>
          <a:p>
            <a:pPr algn="ctr">
              <a:defRPr>
                <a:solidFill>
                  <a:srgbClr val="FFFFFF"/>
                </a:solidFill>
              </a:defRPr>
            </a:pPr>
          </a:p>
        </p:txBody>
      </p:sp>
      <p:sp>
        <p:nvSpPr>
          <p:cNvPr id="10" name="Rectangle 9"/>
          <p:cNvSpPr/>
          <p:nvPr/>
        </p:nvSpPr>
        <p:spPr>
          <a:xfrm>
            <a:off x="-1" y="4219720"/>
            <a:ext cx="346366" cy="2638278"/>
          </a:xfrm>
          <a:prstGeom prst="rect">
            <a:avLst/>
          </a:prstGeom>
          <a:solidFill>
            <a:srgbClr val="A21D2E"/>
          </a:solidFill>
          <a:ln w="12700">
            <a:miter lim="400000"/>
          </a:ln>
        </p:spPr>
        <p:txBody>
          <a:bodyPr lIns="45719" rIns="45719" anchor="ctr"/>
          <a:lstStyle/>
          <a:p>
            <a:pPr algn="ctr">
              <a:defRPr>
                <a:solidFill>
                  <a:srgbClr val="FFFFFF"/>
                </a:solidFill>
              </a:defRPr>
            </a:pPr>
          </a:p>
        </p:txBody>
      </p:sp>
      <p:sp>
        <p:nvSpPr>
          <p:cNvPr id="11" name="Straight Connector 10"/>
          <p:cNvSpPr/>
          <p:nvPr/>
        </p:nvSpPr>
        <p:spPr>
          <a:xfrm>
            <a:off x="914399" y="6280029"/>
            <a:ext cx="1863308" cy="1"/>
          </a:xfrm>
          <a:prstGeom prst="line">
            <a:avLst/>
          </a:prstGeom>
          <a:ln w="19050">
            <a:solidFill>
              <a:srgbClr val="A21D2E"/>
            </a:solidFill>
            <a:miter/>
          </a:ln>
        </p:spPr>
        <p:txBody>
          <a:bodyPr lIns="45719" rIns="45719"/>
          <a:lstStyle/>
          <a:p>
            <a:pPr/>
          </a:p>
        </p:txBody>
      </p:sp>
    </p:spTree>
  </p:cSld>
  <p:clrMap bg1="lt1" tx1="dk1" bg2="lt2" tx2="dk2" accent1="accent1" accent2="accent2" accent3="accent3" accent4="accent4" accent5="accent5" accent6="accent6" hlink="hlink" folHlink="folHlink"/>
  <p:sldLayoutIdLst>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293786"/>
          </a:solidFill>
          <a:uFillTx/>
          <a:latin typeface="Metropolis Semi Bold"/>
          <a:ea typeface="Metropolis Semi Bold"/>
          <a:cs typeface="Metropolis Semi Bold"/>
          <a:sym typeface="Metropolis Semi Bold"/>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293786"/>
          </a:solidFill>
          <a:uFillTx/>
          <a:latin typeface="Metropolis Semi Bold"/>
          <a:ea typeface="Metropolis Semi Bold"/>
          <a:cs typeface="Metropolis Semi Bold"/>
          <a:sym typeface="Metropolis Semi Bold"/>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293786"/>
          </a:solidFill>
          <a:uFillTx/>
          <a:latin typeface="Metropolis Semi Bold"/>
          <a:ea typeface="Metropolis Semi Bold"/>
          <a:cs typeface="Metropolis Semi Bold"/>
          <a:sym typeface="Metropolis Semi Bold"/>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293786"/>
          </a:solidFill>
          <a:uFillTx/>
          <a:latin typeface="Metropolis Semi Bold"/>
          <a:ea typeface="Metropolis Semi Bold"/>
          <a:cs typeface="Metropolis Semi Bold"/>
          <a:sym typeface="Metropolis Semi Bold"/>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293786"/>
          </a:solidFill>
          <a:uFillTx/>
          <a:latin typeface="Metropolis Semi Bold"/>
          <a:ea typeface="Metropolis Semi Bold"/>
          <a:cs typeface="Metropolis Semi Bold"/>
          <a:sym typeface="Metropolis Semi Bold"/>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293786"/>
          </a:solidFill>
          <a:uFillTx/>
          <a:latin typeface="Metropolis Semi Bold"/>
          <a:ea typeface="Metropolis Semi Bold"/>
          <a:cs typeface="Metropolis Semi Bold"/>
          <a:sym typeface="Metropolis Semi Bold"/>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293786"/>
          </a:solidFill>
          <a:uFillTx/>
          <a:latin typeface="Metropolis Semi Bold"/>
          <a:ea typeface="Metropolis Semi Bold"/>
          <a:cs typeface="Metropolis Semi Bold"/>
          <a:sym typeface="Metropolis Semi Bold"/>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293786"/>
          </a:solidFill>
          <a:uFillTx/>
          <a:latin typeface="Metropolis Semi Bold"/>
          <a:ea typeface="Metropolis Semi Bold"/>
          <a:cs typeface="Metropolis Semi Bold"/>
          <a:sym typeface="Metropolis Semi Bold"/>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293786"/>
          </a:solidFill>
          <a:uFillTx/>
          <a:latin typeface="Metropolis Semi Bold"/>
          <a:ea typeface="Metropolis Semi Bold"/>
          <a:cs typeface="Metropolis Semi Bold"/>
          <a:sym typeface="Metropolis Semi Bold"/>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etropolis"/>
          <a:ea typeface="Metropolis"/>
          <a:cs typeface="Metropolis"/>
          <a:sym typeface="Metropolis"/>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etropolis"/>
          <a:ea typeface="Metropolis"/>
          <a:cs typeface="Metropolis"/>
          <a:sym typeface="Metropolis"/>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etropolis"/>
          <a:ea typeface="Metropolis"/>
          <a:cs typeface="Metropolis"/>
          <a:sym typeface="Metropolis"/>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etropolis"/>
          <a:ea typeface="Metropolis"/>
          <a:cs typeface="Metropolis"/>
          <a:sym typeface="Metropolis"/>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etropolis"/>
          <a:ea typeface="Metropolis"/>
          <a:cs typeface="Metropolis"/>
          <a:sym typeface="Metropolis"/>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etropolis"/>
          <a:ea typeface="Metropolis"/>
          <a:cs typeface="Metropolis"/>
          <a:sym typeface="Metropolis"/>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etropolis"/>
          <a:ea typeface="Metropolis"/>
          <a:cs typeface="Metropolis"/>
          <a:sym typeface="Metropolis"/>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etropolis"/>
          <a:ea typeface="Metropolis"/>
          <a:cs typeface="Metropolis"/>
          <a:sym typeface="Metropolis"/>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etropolis"/>
          <a:ea typeface="Metropolis"/>
          <a:cs typeface="Metropolis"/>
          <a:sym typeface="Metropolis"/>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Metropolis"/>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Metropolis"/>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Metropolis"/>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Metropolis"/>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Metropolis"/>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Metropolis"/>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Metropolis"/>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Metropolis"/>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Metropoli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 name="CustomShape 1"/>
          <p:cNvSpPr txBox="1"/>
          <p:nvPr/>
        </p:nvSpPr>
        <p:spPr>
          <a:xfrm>
            <a:off x="207713" y="1995858"/>
            <a:ext cx="10865385" cy="1512401"/>
          </a:xfrm>
          <a:prstGeom prst="rect">
            <a:avLst/>
          </a:prstGeom>
          <a:ln w="12700">
            <a:miter lim="400000"/>
          </a:ln>
          <a:extLst>
            <a:ext uri="{C572A759-6A51-4108-AA02-DFA0A04FC94B}">
              <ma14:wrappingTextBoxFlag xmlns:ma14="http://schemas.microsoft.com/office/mac/drawingml/2011/main" val="1"/>
            </a:ext>
          </a:extLst>
        </p:spPr>
        <p:txBody>
          <a:bodyPr lIns="44999" tIns="44999" rIns="44999" bIns="44999">
            <a:spAutoFit/>
          </a:bodyPr>
          <a:lstStyle/>
          <a:p>
            <a:pPr indent="457200" algn="ctr">
              <a:defRPr spc="-1" sz="3200">
                <a:solidFill>
                  <a:srgbClr val="FFFFFF"/>
                </a:solidFill>
                <a:latin typeface="Times New Roman"/>
                <a:ea typeface="Times New Roman"/>
                <a:cs typeface="Times New Roman"/>
                <a:sym typeface="Times New Roman"/>
              </a:defRPr>
            </a:pPr>
            <a:r>
              <a:t>sharexpress</a:t>
            </a:r>
          </a:p>
          <a:p>
            <a:pPr algn="ctr" defTabSz="457200">
              <a:spcBef>
                <a:spcPts val="1200"/>
              </a:spcBef>
              <a:defRPr sz="2000">
                <a:solidFill>
                  <a:srgbClr val="FFFFFF"/>
                </a:solidFill>
                <a:latin typeface="Arial"/>
                <a:ea typeface="Arial"/>
                <a:cs typeface="Arial"/>
                <a:sym typeface="Arial"/>
              </a:defRPr>
            </a:pPr>
            <a:r>
              <a:t>A Privacy-First QR-Based File Sharing &amp; Document Editing System</a:t>
            </a:r>
          </a:p>
          <a:p>
            <a:pPr algn="ctr" defTabSz="457200">
              <a:spcBef>
                <a:spcPts val="1200"/>
              </a:spcBef>
              <a:defRPr sz="1200">
                <a:latin typeface="Times Roman"/>
                <a:ea typeface="Times Roman"/>
                <a:cs typeface="Times Roman"/>
                <a:sym typeface="Times Roman"/>
              </a:defRPr>
            </a:pPr>
          </a:p>
        </p:txBody>
      </p:sp>
      <p:sp>
        <p:nvSpPr>
          <p:cNvPr id="142" name="CustomShape 3"/>
          <p:cNvSpPr txBox="1"/>
          <p:nvPr/>
        </p:nvSpPr>
        <p:spPr>
          <a:xfrm>
            <a:off x="480428" y="4721719"/>
            <a:ext cx="3866463" cy="648801"/>
          </a:xfrm>
          <a:prstGeom prst="rect">
            <a:avLst/>
          </a:prstGeom>
          <a:ln w="12700">
            <a:miter lim="400000"/>
          </a:ln>
          <a:extLst>
            <a:ext uri="{C572A759-6A51-4108-AA02-DFA0A04FC94B}">
              <ma14:wrappingTextBoxFlag xmlns:ma14="http://schemas.microsoft.com/office/mac/drawingml/2011/main" val="1"/>
            </a:ext>
          </a:extLst>
        </p:spPr>
        <p:txBody>
          <a:bodyPr lIns="44999" tIns="44999" rIns="44999" bIns="44999" anchor="ctr">
            <a:spAutoFit/>
          </a:bodyPr>
          <a:lstStyle/>
          <a:p>
            <a:pPr>
              <a:defRPr b="1" spc="-1">
                <a:solidFill>
                  <a:srgbClr val="FFFFFF"/>
                </a:solidFill>
              </a:defRPr>
            </a:pPr>
            <a:r>
              <a:t>Presented to:</a:t>
            </a:r>
          </a:p>
          <a:p>
            <a:pPr>
              <a:defRPr b="1" spc="-1">
                <a:solidFill>
                  <a:srgbClr val="FFFFFF"/>
                </a:solidFill>
              </a:defRPr>
            </a:pPr>
            <a:r>
              <a:t>Prof. Shivani  patnaha</a:t>
            </a:r>
          </a:p>
        </p:txBody>
      </p:sp>
      <p:sp>
        <p:nvSpPr>
          <p:cNvPr id="143" name="CustomShape 4"/>
          <p:cNvSpPr txBox="1"/>
          <p:nvPr/>
        </p:nvSpPr>
        <p:spPr>
          <a:xfrm>
            <a:off x="3990306" y="4442317"/>
            <a:ext cx="4467714" cy="1207601"/>
          </a:xfrm>
          <a:prstGeom prst="rect">
            <a:avLst/>
          </a:prstGeom>
          <a:ln w="12700">
            <a:miter lim="400000"/>
          </a:ln>
          <a:extLst>
            <a:ext uri="{C572A759-6A51-4108-AA02-DFA0A04FC94B}">
              <ma14:wrappingTextBoxFlag xmlns:ma14="http://schemas.microsoft.com/office/mac/drawingml/2011/main" val="1"/>
            </a:ext>
          </a:extLst>
        </p:spPr>
        <p:txBody>
          <a:bodyPr lIns="44999" tIns="44999" rIns="44999" bIns="44999" anchor="ctr">
            <a:spAutoFit/>
          </a:bodyPr>
          <a:lstStyle/>
          <a:p>
            <a:pPr algn="ctr">
              <a:defRPr b="1" spc="-1">
                <a:solidFill>
                  <a:srgbClr val="FFFFFF"/>
                </a:solidFill>
              </a:defRPr>
            </a:pPr>
            <a:r>
              <a:t>Presented by:</a:t>
            </a:r>
          </a:p>
          <a:p>
            <a:pPr algn="ctr">
              <a:defRPr b="1" spc="-1">
                <a:solidFill>
                  <a:srgbClr val="FFFFFF"/>
                </a:solidFill>
              </a:defRPr>
            </a:pPr>
            <a:r>
              <a:t>Santusht Kotai &amp; </a:t>
            </a:r>
          </a:p>
          <a:p>
            <a:pPr algn="ctr">
              <a:defRPr b="1" spc="-1">
                <a:solidFill>
                  <a:srgbClr val="FFFFFF"/>
                </a:solidFill>
              </a:defRPr>
            </a:pPr>
            <a:r>
              <a:t>Samriddhi Chaudhrary</a:t>
            </a:r>
          </a:p>
          <a:p>
            <a:pPr algn="ctr">
              <a:defRPr b="1" spc="-1">
                <a:solidFill>
                  <a:srgbClr val="FFFFFF"/>
                </a:solidFill>
              </a:defRPr>
            </a:pPr>
            <a:r>
              <a:t>  - EN23CS301927 &amp; EN23CS301916</a:t>
            </a:r>
          </a:p>
        </p:txBody>
      </p:sp>
      <p:sp>
        <p:nvSpPr>
          <p:cNvPr id="144" name="CustomShape 5"/>
          <p:cNvSpPr txBox="1"/>
          <p:nvPr/>
        </p:nvSpPr>
        <p:spPr>
          <a:xfrm>
            <a:off x="7679286" y="4721895"/>
            <a:ext cx="4467714" cy="648801"/>
          </a:xfrm>
          <a:prstGeom prst="rect">
            <a:avLst/>
          </a:prstGeom>
          <a:ln w="12700">
            <a:miter lim="400000"/>
          </a:ln>
          <a:extLst>
            <a:ext uri="{C572A759-6A51-4108-AA02-DFA0A04FC94B}">
              <ma14:wrappingTextBoxFlag xmlns:ma14="http://schemas.microsoft.com/office/mac/drawingml/2011/main" val="1"/>
            </a:ext>
          </a:extLst>
        </p:spPr>
        <p:txBody>
          <a:bodyPr lIns="44999" tIns="44999" rIns="44999" bIns="44999" anchor="ctr">
            <a:spAutoFit/>
          </a:bodyPr>
          <a:lstStyle/>
          <a:p>
            <a:pPr algn="r">
              <a:defRPr b="1" spc="-1">
                <a:solidFill>
                  <a:srgbClr val="FFFFFF"/>
                </a:solidFill>
              </a:defRPr>
            </a:pPr>
            <a:r>
              <a:t>   Guided by:</a:t>
            </a:r>
          </a:p>
          <a:p>
            <a:pPr algn="r">
              <a:defRPr b="1" spc="-1">
                <a:solidFill>
                  <a:srgbClr val="FFFFFF"/>
                </a:solidFill>
              </a:defRPr>
            </a:pPr>
            <a:r>
              <a:t>Miss.‬Monika Sadashiv</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Slide Number Placeholder 3"/>
          <p:cNvSpPr txBox="1"/>
          <p:nvPr>
            <p:ph type="sldNum" sz="quarter" idx="2"/>
          </p:nvPr>
        </p:nvSpPr>
        <p:spPr>
          <a:xfrm>
            <a:off x="11975109" y="87467"/>
            <a:ext cx="188898" cy="2692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47" name="Straight Connector 10"/>
          <p:cNvSpPr/>
          <p:nvPr/>
        </p:nvSpPr>
        <p:spPr>
          <a:xfrm>
            <a:off x="786047" y="1045145"/>
            <a:ext cx="3498012" cy="1"/>
          </a:xfrm>
          <a:prstGeom prst="line">
            <a:avLst/>
          </a:prstGeom>
          <a:ln w="57150">
            <a:solidFill>
              <a:srgbClr val="293786"/>
            </a:solidFill>
            <a:miter/>
          </a:ln>
        </p:spPr>
        <p:txBody>
          <a:bodyPr lIns="45719" rIns="45719"/>
          <a:lstStyle/>
          <a:p>
            <a:pPr/>
          </a:p>
        </p:txBody>
      </p:sp>
      <p:sp>
        <p:nvSpPr>
          <p:cNvPr id="148" name="Straight Connector 11"/>
          <p:cNvSpPr/>
          <p:nvPr/>
        </p:nvSpPr>
        <p:spPr>
          <a:xfrm>
            <a:off x="4284058" y="1045145"/>
            <a:ext cx="2760263" cy="1"/>
          </a:xfrm>
          <a:prstGeom prst="line">
            <a:avLst/>
          </a:prstGeom>
          <a:ln w="57150">
            <a:solidFill>
              <a:srgbClr val="A21D2E"/>
            </a:solidFill>
            <a:miter/>
          </a:ln>
        </p:spPr>
        <p:txBody>
          <a:bodyPr lIns="45719" rIns="45719"/>
          <a:lstStyle/>
          <a:p>
            <a:pPr/>
          </a:p>
        </p:txBody>
      </p:sp>
      <p:sp>
        <p:nvSpPr>
          <p:cNvPr id="149" name="Title 1"/>
          <p:cNvSpPr txBox="1"/>
          <p:nvPr>
            <p:ph type="title"/>
          </p:nvPr>
        </p:nvSpPr>
        <p:spPr>
          <a:xfrm>
            <a:off x="824111" y="433202"/>
            <a:ext cx="10515601" cy="466726"/>
          </a:xfrm>
          <a:prstGeom prst="rect">
            <a:avLst/>
          </a:prstGeom>
        </p:spPr>
        <p:txBody>
          <a:bodyPr/>
          <a:lstStyle>
            <a:lvl1pPr defTabSz="585215">
              <a:defRPr sz="2496">
                <a:latin typeface="Metropolis"/>
                <a:ea typeface="Metropolis"/>
                <a:cs typeface="Metropolis"/>
                <a:sym typeface="Metropolis"/>
              </a:defRPr>
            </a:lvl1pPr>
          </a:lstStyle>
          <a:p>
            <a:pPr/>
            <a:r>
              <a:t>Table of Contents</a:t>
            </a:r>
          </a:p>
        </p:txBody>
      </p:sp>
      <p:sp>
        <p:nvSpPr>
          <p:cNvPr id="150" name="Content Placeholder 2"/>
          <p:cNvSpPr txBox="1"/>
          <p:nvPr>
            <p:ph type="body" idx="1"/>
          </p:nvPr>
        </p:nvSpPr>
        <p:spPr>
          <a:xfrm>
            <a:off x="822314" y="1190364"/>
            <a:ext cx="9683751" cy="5194301"/>
          </a:xfrm>
          <a:prstGeom prst="rect">
            <a:avLst/>
          </a:prstGeom>
        </p:spPr>
        <p:txBody>
          <a:bodyPr/>
          <a:lstStyle/>
          <a:p>
            <a:pPr algn="just">
              <a:lnSpc>
                <a:spcPct val="100000"/>
              </a:lnSpc>
              <a:spcBef>
                <a:spcPts val="500"/>
              </a:spcBef>
              <a:buFontTx/>
              <a:buChar char="▪"/>
              <a:defRPr sz="2400">
                <a:latin typeface="Arial"/>
                <a:ea typeface="Arial"/>
                <a:cs typeface="Arial"/>
                <a:sym typeface="Arial"/>
              </a:defRPr>
            </a:pPr>
            <a:r>
              <a:t>Abstract 	</a:t>
            </a:r>
          </a:p>
          <a:p>
            <a:pPr algn="just">
              <a:lnSpc>
                <a:spcPct val="100000"/>
              </a:lnSpc>
              <a:spcBef>
                <a:spcPts val="500"/>
              </a:spcBef>
              <a:buFontTx/>
              <a:buChar char="▪"/>
              <a:defRPr sz="2400">
                <a:latin typeface="Arial"/>
                <a:ea typeface="Arial"/>
                <a:cs typeface="Arial"/>
                <a:sym typeface="Arial"/>
              </a:defRPr>
            </a:pPr>
            <a:r>
              <a:t>Literature Review</a:t>
            </a:r>
          </a:p>
          <a:p>
            <a:pPr algn="just">
              <a:lnSpc>
                <a:spcPct val="100000"/>
              </a:lnSpc>
              <a:spcBef>
                <a:spcPts val="500"/>
              </a:spcBef>
              <a:buFontTx/>
              <a:buChar char="▪"/>
              <a:defRPr sz="2400">
                <a:latin typeface="Arial"/>
                <a:ea typeface="Arial"/>
                <a:cs typeface="Arial"/>
                <a:sym typeface="Arial"/>
              </a:defRPr>
            </a:pPr>
            <a:r>
              <a:t>Problem Statement</a:t>
            </a:r>
          </a:p>
          <a:p>
            <a:pPr algn="just">
              <a:lnSpc>
                <a:spcPct val="100000"/>
              </a:lnSpc>
              <a:spcBef>
                <a:spcPts val="500"/>
              </a:spcBef>
              <a:buFontTx/>
              <a:buChar char="▪"/>
              <a:defRPr sz="2400">
                <a:latin typeface="Arial"/>
                <a:ea typeface="Arial"/>
                <a:cs typeface="Arial"/>
                <a:sym typeface="Arial"/>
              </a:defRPr>
            </a:pPr>
            <a:r>
              <a:t>Objectives</a:t>
            </a:r>
          </a:p>
          <a:p>
            <a:pPr algn="just">
              <a:lnSpc>
                <a:spcPct val="100000"/>
              </a:lnSpc>
              <a:spcBef>
                <a:spcPts val="500"/>
              </a:spcBef>
              <a:buFontTx/>
              <a:buChar char="▪"/>
              <a:defRPr sz="2400">
                <a:latin typeface="Arial"/>
                <a:ea typeface="Arial"/>
                <a:cs typeface="Arial"/>
                <a:sym typeface="Arial"/>
              </a:defRPr>
            </a:pPr>
            <a:r>
              <a:t>Methodology</a:t>
            </a:r>
          </a:p>
          <a:p>
            <a:pPr algn="just">
              <a:lnSpc>
                <a:spcPct val="100000"/>
              </a:lnSpc>
              <a:spcBef>
                <a:spcPts val="500"/>
              </a:spcBef>
              <a:buFontTx/>
              <a:buChar char="▪"/>
              <a:defRPr sz="2400">
                <a:latin typeface="Arial"/>
                <a:ea typeface="Arial"/>
                <a:cs typeface="Arial"/>
                <a:sym typeface="Arial"/>
              </a:defRPr>
            </a:pPr>
            <a:r>
              <a:t>Technology Stack</a:t>
            </a:r>
          </a:p>
          <a:p>
            <a:pPr algn="just">
              <a:lnSpc>
                <a:spcPct val="100000"/>
              </a:lnSpc>
              <a:spcBef>
                <a:spcPts val="500"/>
              </a:spcBef>
              <a:buFontTx/>
              <a:buChar char="▪"/>
              <a:defRPr sz="2400">
                <a:latin typeface="Arial"/>
                <a:ea typeface="Arial"/>
                <a:cs typeface="Arial"/>
                <a:sym typeface="Arial"/>
              </a:defRPr>
            </a:pPr>
            <a:r>
              <a:t>System Workflow &amp; Architecture</a:t>
            </a:r>
          </a:p>
          <a:p>
            <a:pPr algn="just">
              <a:lnSpc>
                <a:spcPct val="100000"/>
              </a:lnSpc>
              <a:spcBef>
                <a:spcPts val="500"/>
              </a:spcBef>
              <a:buFontTx/>
              <a:buChar char="▪"/>
              <a:defRPr sz="2400">
                <a:latin typeface="Arial"/>
                <a:ea typeface="Arial"/>
                <a:cs typeface="Arial"/>
                <a:sym typeface="Arial"/>
              </a:defRPr>
            </a:pPr>
            <a:r>
              <a:t>Core Features</a:t>
            </a:r>
          </a:p>
          <a:p>
            <a:pPr algn="just">
              <a:lnSpc>
                <a:spcPct val="100000"/>
              </a:lnSpc>
              <a:spcBef>
                <a:spcPts val="500"/>
              </a:spcBef>
              <a:buFontTx/>
              <a:buChar char="▪"/>
              <a:defRPr sz="2400">
                <a:latin typeface="Arial"/>
                <a:ea typeface="Arial"/>
                <a:cs typeface="Arial"/>
                <a:sym typeface="Arial"/>
              </a:defRPr>
            </a:pPr>
            <a:r>
              <a:t>Security and Privacy</a:t>
            </a:r>
          </a:p>
          <a:p>
            <a:pPr algn="just">
              <a:lnSpc>
                <a:spcPct val="100000"/>
              </a:lnSpc>
              <a:spcBef>
                <a:spcPts val="500"/>
              </a:spcBef>
              <a:buFontTx/>
              <a:buChar char="▪"/>
              <a:defRPr sz="2400">
                <a:latin typeface="Arial"/>
                <a:ea typeface="Arial"/>
                <a:cs typeface="Arial"/>
                <a:sym typeface="Arial"/>
              </a:defRPr>
            </a:pPr>
            <a:r>
              <a:t>Uniqueness &amp; Real-World Relevance</a:t>
            </a:r>
          </a:p>
          <a:p>
            <a:pPr algn="just">
              <a:lnSpc>
                <a:spcPct val="100000"/>
              </a:lnSpc>
              <a:spcBef>
                <a:spcPts val="500"/>
              </a:spcBef>
              <a:buFontTx/>
              <a:buChar char="▪"/>
              <a:defRPr sz="2400">
                <a:latin typeface="Arial"/>
                <a:ea typeface="Arial"/>
                <a:cs typeface="Arial"/>
                <a:sym typeface="Arial"/>
              </a:defRPr>
            </a:pPr>
            <a:r>
              <a:t>Summary and Conclusion</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Slide Number Placeholder 3"/>
          <p:cNvSpPr txBox="1"/>
          <p:nvPr>
            <p:ph type="sldNum" sz="quarter" idx="2"/>
          </p:nvPr>
        </p:nvSpPr>
        <p:spPr>
          <a:xfrm>
            <a:off x="11975109" y="87467"/>
            <a:ext cx="188898" cy="2692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53" name="Straight Connector 10"/>
          <p:cNvSpPr/>
          <p:nvPr/>
        </p:nvSpPr>
        <p:spPr>
          <a:xfrm>
            <a:off x="838200" y="1507944"/>
            <a:ext cx="3498012" cy="1"/>
          </a:xfrm>
          <a:prstGeom prst="line">
            <a:avLst/>
          </a:prstGeom>
          <a:ln w="57150">
            <a:solidFill>
              <a:srgbClr val="293786"/>
            </a:solidFill>
            <a:miter/>
          </a:ln>
        </p:spPr>
        <p:txBody>
          <a:bodyPr lIns="45719" rIns="45719"/>
          <a:lstStyle/>
          <a:p>
            <a:pPr/>
          </a:p>
        </p:txBody>
      </p:sp>
      <p:sp>
        <p:nvSpPr>
          <p:cNvPr id="154" name="Straight Connector 11"/>
          <p:cNvSpPr/>
          <p:nvPr/>
        </p:nvSpPr>
        <p:spPr>
          <a:xfrm>
            <a:off x="4336210" y="1495244"/>
            <a:ext cx="2760263" cy="1"/>
          </a:xfrm>
          <a:prstGeom prst="line">
            <a:avLst/>
          </a:prstGeom>
          <a:ln w="57150">
            <a:solidFill>
              <a:srgbClr val="A21D2E"/>
            </a:solidFill>
            <a:miter/>
          </a:ln>
        </p:spPr>
        <p:txBody>
          <a:bodyPr lIns="45719" rIns="45719"/>
          <a:lstStyle/>
          <a:p>
            <a:pPr/>
          </a:p>
        </p:txBody>
      </p:sp>
      <p:sp>
        <p:nvSpPr>
          <p:cNvPr id="155" name="Title 1"/>
          <p:cNvSpPr txBox="1"/>
          <p:nvPr>
            <p:ph type="title"/>
          </p:nvPr>
        </p:nvSpPr>
        <p:spPr>
          <a:xfrm>
            <a:off x="824111" y="798719"/>
            <a:ext cx="10515601" cy="674688"/>
          </a:xfrm>
          <a:prstGeom prst="rect">
            <a:avLst/>
          </a:prstGeom>
        </p:spPr>
        <p:txBody>
          <a:bodyPr/>
          <a:lstStyle>
            <a:lvl1pPr>
              <a:defRPr sz="3900">
                <a:latin typeface="Arial"/>
                <a:ea typeface="Arial"/>
                <a:cs typeface="Arial"/>
                <a:sym typeface="Arial"/>
              </a:defRPr>
            </a:lvl1pPr>
          </a:lstStyle>
          <a:p>
            <a:pPr/>
            <a:r>
              <a:t>Abstract</a:t>
            </a:r>
          </a:p>
        </p:txBody>
      </p:sp>
      <p:sp>
        <p:nvSpPr>
          <p:cNvPr id="156" name="Content Placeholder 4"/>
          <p:cNvSpPr txBox="1"/>
          <p:nvPr>
            <p:ph type="body" idx="1"/>
          </p:nvPr>
        </p:nvSpPr>
        <p:spPr>
          <a:xfrm>
            <a:off x="838200" y="1825625"/>
            <a:ext cx="10515600" cy="4351338"/>
          </a:xfrm>
          <a:prstGeom prst="rect">
            <a:avLst/>
          </a:prstGeom>
        </p:spPr>
        <p:txBody>
          <a:bodyPr/>
          <a:lstStyle/>
          <a:p>
            <a:pPr marL="0" indent="0" defTabSz="425195">
              <a:lnSpc>
                <a:spcPct val="100000"/>
              </a:lnSpc>
              <a:spcBef>
                <a:spcPts val="1100"/>
              </a:spcBef>
              <a:buSzTx/>
              <a:buFontTx/>
              <a:buNone/>
              <a:defRPr sz="2604">
                <a:latin typeface="Arial"/>
                <a:ea typeface="Arial"/>
                <a:cs typeface="Arial"/>
                <a:sym typeface="Arial"/>
              </a:defRPr>
            </a:pPr>
            <a:r>
              <a:rPr b="1"/>
              <a:t>Sharexpress</a:t>
            </a:r>
            <a:r>
              <a:t> is a privacy-first, QR-based file sharing and document editing web system designed to enable secure data exchange between devices without requiring application installation, contact exchange, or permanent public links. The system supports both guest and registered users and allows users to share, edit, and revoke access to files through backend-controlled, time-bound sharing sessions. By integrating QR-based session pairing, cloud storage, and on-the-go document editing, </a:t>
            </a:r>
            <a:r>
              <a:rPr b="1"/>
              <a:t>Sharexpress</a:t>
            </a:r>
            <a:r>
              <a:t> addresses real-world privacy, usability, and security challenges faced in everyday file sharing scenarios.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Slide Number Placeholder 3"/>
          <p:cNvSpPr txBox="1"/>
          <p:nvPr>
            <p:ph type="sldNum" sz="quarter" idx="2"/>
          </p:nvPr>
        </p:nvSpPr>
        <p:spPr>
          <a:xfrm>
            <a:off x="11975109" y="87467"/>
            <a:ext cx="188898" cy="2692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59" name="Straight Connector 10"/>
          <p:cNvSpPr/>
          <p:nvPr/>
        </p:nvSpPr>
        <p:spPr>
          <a:xfrm>
            <a:off x="838200" y="1495244"/>
            <a:ext cx="3498012" cy="1"/>
          </a:xfrm>
          <a:prstGeom prst="line">
            <a:avLst/>
          </a:prstGeom>
          <a:ln w="57150">
            <a:solidFill>
              <a:srgbClr val="293786"/>
            </a:solidFill>
            <a:miter/>
          </a:ln>
        </p:spPr>
        <p:txBody>
          <a:bodyPr lIns="45719" rIns="45719"/>
          <a:lstStyle/>
          <a:p>
            <a:pPr/>
          </a:p>
        </p:txBody>
      </p:sp>
      <p:sp>
        <p:nvSpPr>
          <p:cNvPr id="160" name="Straight Connector 11"/>
          <p:cNvSpPr/>
          <p:nvPr/>
        </p:nvSpPr>
        <p:spPr>
          <a:xfrm>
            <a:off x="4336210" y="1495244"/>
            <a:ext cx="2760263" cy="1"/>
          </a:xfrm>
          <a:prstGeom prst="line">
            <a:avLst/>
          </a:prstGeom>
          <a:ln w="57150">
            <a:solidFill>
              <a:srgbClr val="A21D2E"/>
            </a:solidFill>
            <a:miter/>
          </a:ln>
        </p:spPr>
        <p:txBody>
          <a:bodyPr lIns="45719" rIns="45719"/>
          <a:lstStyle/>
          <a:p>
            <a:pPr/>
          </a:p>
        </p:txBody>
      </p:sp>
      <p:sp>
        <p:nvSpPr>
          <p:cNvPr id="161" name="Title 1"/>
          <p:cNvSpPr txBox="1"/>
          <p:nvPr>
            <p:ph type="title"/>
          </p:nvPr>
        </p:nvSpPr>
        <p:spPr>
          <a:xfrm>
            <a:off x="838199" y="829683"/>
            <a:ext cx="10515601" cy="674688"/>
          </a:xfrm>
          <a:prstGeom prst="rect">
            <a:avLst/>
          </a:prstGeom>
        </p:spPr>
        <p:txBody>
          <a:bodyPr/>
          <a:lstStyle>
            <a:lvl1pPr>
              <a:defRPr sz="3900">
                <a:latin typeface="Arial"/>
                <a:ea typeface="Arial"/>
                <a:cs typeface="Arial"/>
                <a:sym typeface="Arial"/>
              </a:defRPr>
            </a:lvl1pPr>
          </a:lstStyle>
          <a:p>
            <a:pPr/>
            <a:r>
              <a:t>Literature Review</a:t>
            </a:r>
          </a:p>
        </p:txBody>
      </p:sp>
      <p:sp>
        <p:nvSpPr>
          <p:cNvPr id="162" name="Content Placeholder 4"/>
          <p:cNvSpPr txBox="1"/>
          <p:nvPr>
            <p:ph type="body" idx="1"/>
          </p:nvPr>
        </p:nvSpPr>
        <p:spPr>
          <a:xfrm>
            <a:off x="838200" y="1825625"/>
            <a:ext cx="10515600" cy="4351338"/>
          </a:xfrm>
          <a:prstGeom prst="rect">
            <a:avLst/>
          </a:prstGeom>
        </p:spPr>
        <p:txBody>
          <a:bodyPr/>
          <a:lstStyle/>
          <a:p>
            <a:pPr marL="0" indent="0" algn="just">
              <a:buSzTx/>
              <a:buNone/>
              <a:defRPr>
                <a:latin typeface="Arial"/>
                <a:ea typeface="Arial"/>
                <a:cs typeface="Arial"/>
                <a:sym typeface="Arial"/>
              </a:defRPr>
            </a:pPr>
            <a:r>
              <a:t>Existing file-sharing solutions such as </a:t>
            </a:r>
            <a:r>
              <a:rPr b="1"/>
              <a:t>messaging</a:t>
            </a:r>
            <a:r>
              <a:t> </a:t>
            </a:r>
            <a:r>
              <a:rPr b="1"/>
              <a:t>platforms</a:t>
            </a:r>
            <a:r>
              <a:t>, </a:t>
            </a:r>
            <a:r>
              <a:rPr b="1"/>
              <a:t>email</a:t>
            </a:r>
            <a:r>
              <a:t> </a:t>
            </a:r>
            <a:r>
              <a:rPr b="1"/>
              <a:t>attachments</a:t>
            </a:r>
            <a:r>
              <a:t>, and </a:t>
            </a:r>
            <a:r>
              <a:rPr b="1"/>
              <a:t>cloud-based</a:t>
            </a:r>
            <a:r>
              <a:t> sharing links rely heavily on permanent identifiers like phone numbers, email addresses, or public URLs. While operating system-level solutions like AirDrop provide fast transfers, they are platform-dependent and limited to specific ecosystems. Traditional cloud storage services also lack temporary access control and integrated editing for guest users. These limitations highlight the need for a cross-platform, privacy-focused, session-based sharing system that minimises data exposure and simplifies document handling.</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Slide Number Placeholder 3"/>
          <p:cNvSpPr txBox="1"/>
          <p:nvPr>
            <p:ph type="sldNum" sz="quarter" idx="2"/>
          </p:nvPr>
        </p:nvSpPr>
        <p:spPr>
          <a:xfrm>
            <a:off x="11975109" y="87467"/>
            <a:ext cx="188898" cy="2692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65" name="Straight Connector 10"/>
          <p:cNvSpPr/>
          <p:nvPr/>
        </p:nvSpPr>
        <p:spPr>
          <a:xfrm>
            <a:off x="838200" y="1495244"/>
            <a:ext cx="3498012" cy="1"/>
          </a:xfrm>
          <a:prstGeom prst="line">
            <a:avLst/>
          </a:prstGeom>
          <a:ln w="57150">
            <a:solidFill>
              <a:srgbClr val="293786"/>
            </a:solidFill>
            <a:miter/>
          </a:ln>
        </p:spPr>
        <p:txBody>
          <a:bodyPr lIns="45719" rIns="45719"/>
          <a:lstStyle/>
          <a:p>
            <a:pPr/>
          </a:p>
        </p:txBody>
      </p:sp>
      <p:sp>
        <p:nvSpPr>
          <p:cNvPr id="166" name="Straight Connector 11"/>
          <p:cNvSpPr/>
          <p:nvPr/>
        </p:nvSpPr>
        <p:spPr>
          <a:xfrm>
            <a:off x="4336210" y="1495244"/>
            <a:ext cx="2760263" cy="1"/>
          </a:xfrm>
          <a:prstGeom prst="line">
            <a:avLst/>
          </a:prstGeom>
          <a:ln w="57150">
            <a:solidFill>
              <a:srgbClr val="A21D2E"/>
            </a:solidFill>
            <a:miter/>
          </a:ln>
        </p:spPr>
        <p:txBody>
          <a:bodyPr lIns="45719" rIns="45719"/>
          <a:lstStyle/>
          <a:p>
            <a:pPr/>
          </a:p>
        </p:txBody>
      </p:sp>
      <p:sp>
        <p:nvSpPr>
          <p:cNvPr id="167" name="Title 1"/>
          <p:cNvSpPr txBox="1"/>
          <p:nvPr>
            <p:ph type="title"/>
          </p:nvPr>
        </p:nvSpPr>
        <p:spPr>
          <a:xfrm>
            <a:off x="838200" y="820557"/>
            <a:ext cx="10515600" cy="674688"/>
          </a:xfrm>
          <a:prstGeom prst="rect">
            <a:avLst/>
          </a:prstGeom>
        </p:spPr>
        <p:txBody>
          <a:bodyPr/>
          <a:lstStyle>
            <a:lvl1pPr defTabSz="896111">
              <a:defRPr sz="3822">
                <a:latin typeface="Metropolis"/>
                <a:ea typeface="Metropolis"/>
                <a:cs typeface="Metropolis"/>
                <a:sym typeface="Metropolis"/>
              </a:defRPr>
            </a:lvl1pPr>
          </a:lstStyle>
          <a:p>
            <a:pPr/>
            <a:r>
              <a:t>Problem Statement</a:t>
            </a:r>
          </a:p>
        </p:txBody>
      </p:sp>
      <p:sp>
        <p:nvSpPr>
          <p:cNvPr id="168" name="TextBox 4"/>
          <p:cNvSpPr txBox="1"/>
          <p:nvPr/>
        </p:nvSpPr>
        <p:spPr>
          <a:xfrm>
            <a:off x="748551" y="1702171"/>
            <a:ext cx="10694898" cy="46518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sz="2800">
                <a:latin typeface="Arial"/>
                <a:ea typeface="Arial"/>
                <a:cs typeface="Arial"/>
                <a:sym typeface="Arial"/>
              </a:defRPr>
            </a:pPr>
            <a:r>
              <a:t>Current file-sharing methods:</a:t>
            </a:r>
          </a:p>
          <a:p>
            <a:pPr marL="457200" indent="-317500" defTabSz="457200">
              <a:spcBef>
                <a:spcPts val="1200"/>
              </a:spcBef>
              <a:buSzPct val="100000"/>
              <a:buFont typeface="Times Roman"/>
              <a:buChar char="•"/>
              <a:defRPr sz="2800">
                <a:latin typeface="Arial"/>
                <a:ea typeface="Arial"/>
                <a:cs typeface="Arial"/>
                <a:sym typeface="Arial"/>
              </a:defRPr>
            </a:pPr>
            <a:r>
              <a:t>Require contact exchange or permanent links</a:t>
            </a:r>
          </a:p>
          <a:p>
            <a:pPr marL="457200" indent="-317500" defTabSz="457200">
              <a:spcBef>
                <a:spcPts val="1200"/>
              </a:spcBef>
              <a:buSzPct val="100000"/>
              <a:buFont typeface="Times Roman"/>
              <a:buChar char="•"/>
              <a:defRPr sz="2800">
                <a:latin typeface="Arial"/>
                <a:ea typeface="Arial"/>
                <a:cs typeface="Arial"/>
                <a:sym typeface="Arial"/>
              </a:defRPr>
            </a:pPr>
            <a:r>
              <a:t>Expose sensitive documents on third-party platforms</a:t>
            </a:r>
          </a:p>
          <a:p>
            <a:pPr marL="457200" indent="-317500" defTabSz="457200">
              <a:spcBef>
                <a:spcPts val="1200"/>
              </a:spcBef>
              <a:buSzPct val="100000"/>
              <a:buFont typeface="Times Roman"/>
              <a:buChar char="•"/>
              <a:defRPr sz="2800">
                <a:latin typeface="Arial"/>
                <a:ea typeface="Arial"/>
                <a:cs typeface="Arial"/>
                <a:sym typeface="Arial"/>
              </a:defRPr>
            </a:pPr>
            <a:r>
              <a:t>Do not support quick document editing before sharing or printing</a:t>
            </a:r>
          </a:p>
          <a:p>
            <a:pPr marL="457200" indent="-317500" defTabSz="457200">
              <a:spcBef>
                <a:spcPts val="1200"/>
              </a:spcBef>
              <a:buSzPct val="100000"/>
              <a:buFont typeface="Times Roman"/>
              <a:buChar char="•"/>
              <a:defRPr sz="2800">
                <a:latin typeface="Arial"/>
                <a:ea typeface="Arial"/>
                <a:cs typeface="Arial"/>
                <a:sym typeface="Arial"/>
              </a:defRPr>
            </a:pPr>
            <a:r>
              <a:t>Force users to install applications or register accounts</a:t>
            </a:r>
          </a:p>
          <a:p>
            <a:pPr defTabSz="457200">
              <a:spcBef>
                <a:spcPts val="1200"/>
              </a:spcBef>
              <a:defRPr sz="2800">
                <a:latin typeface="Arial"/>
                <a:ea typeface="Arial"/>
                <a:cs typeface="Arial"/>
                <a:sym typeface="Arial"/>
              </a:defRPr>
            </a:pPr>
            <a:r>
              <a:t>These limitations create privacy risks and unnecessary complexity, especially in real-world environments such as print shops, laboratories, shared offices, and educational institutions.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 name="Slide Number Placeholder 3"/>
          <p:cNvSpPr txBox="1"/>
          <p:nvPr>
            <p:ph type="sldNum" sz="quarter" idx="2"/>
          </p:nvPr>
        </p:nvSpPr>
        <p:spPr>
          <a:xfrm>
            <a:off x="11975109" y="87467"/>
            <a:ext cx="188898" cy="2692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71" name="Straight Connector 10"/>
          <p:cNvSpPr/>
          <p:nvPr/>
        </p:nvSpPr>
        <p:spPr>
          <a:xfrm>
            <a:off x="838200" y="1495244"/>
            <a:ext cx="3498012" cy="1"/>
          </a:xfrm>
          <a:prstGeom prst="line">
            <a:avLst/>
          </a:prstGeom>
          <a:ln w="57150">
            <a:solidFill>
              <a:srgbClr val="293786"/>
            </a:solidFill>
            <a:miter/>
          </a:ln>
        </p:spPr>
        <p:txBody>
          <a:bodyPr lIns="45719" rIns="45719"/>
          <a:lstStyle/>
          <a:p>
            <a:pPr/>
          </a:p>
        </p:txBody>
      </p:sp>
      <p:sp>
        <p:nvSpPr>
          <p:cNvPr id="172" name="Straight Connector 11"/>
          <p:cNvSpPr/>
          <p:nvPr/>
        </p:nvSpPr>
        <p:spPr>
          <a:xfrm>
            <a:off x="4336210" y="1495244"/>
            <a:ext cx="2760263" cy="1"/>
          </a:xfrm>
          <a:prstGeom prst="line">
            <a:avLst/>
          </a:prstGeom>
          <a:ln w="57150">
            <a:solidFill>
              <a:srgbClr val="A21D2E"/>
            </a:solidFill>
            <a:miter/>
          </a:ln>
        </p:spPr>
        <p:txBody>
          <a:bodyPr lIns="45719" rIns="45719"/>
          <a:lstStyle/>
          <a:p>
            <a:pPr/>
          </a:p>
        </p:txBody>
      </p:sp>
      <p:sp>
        <p:nvSpPr>
          <p:cNvPr id="173" name="Title 1"/>
          <p:cNvSpPr txBox="1"/>
          <p:nvPr>
            <p:ph type="title"/>
          </p:nvPr>
        </p:nvSpPr>
        <p:spPr>
          <a:xfrm>
            <a:off x="838200" y="841465"/>
            <a:ext cx="10515600" cy="674689"/>
          </a:xfrm>
          <a:prstGeom prst="rect">
            <a:avLst/>
          </a:prstGeom>
        </p:spPr>
        <p:txBody>
          <a:bodyPr/>
          <a:lstStyle>
            <a:lvl1pPr defTabSz="896111">
              <a:defRPr sz="3822">
                <a:latin typeface="Metropolis"/>
                <a:ea typeface="Metropolis"/>
                <a:cs typeface="Metropolis"/>
                <a:sym typeface="Metropolis"/>
              </a:defRPr>
            </a:lvl1pPr>
          </a:lstStyle>
          <a:p>
            <a:pPr/>
            <a:r>
              <a:t>Objective</a:t>
            </a:r>
          </a:p>
        </p:txBody>
      </p:sp>
      <p:sp>
        <p:nvSpPr>
          <p:cNvPr id="174" name="Content Placeholder 1"/>
          <p:cNvSpPr txBox="1"/>
          <p:nvPr>
            <p:ph type="body" idx="1"/>
          </p:nvPr>
        </p:nvSpPr>
        <p:spPr>
          <a:xfrm>
            <a:off x="838200" y="1825625"/>
            <a:ext cx="10515600" cy="4351338"/>
          </a:xfrm>
          <a:prstGeom prst="rect">
            <a:avLst/>
          </a:prstGeom>
        </p:spPr>
        <p:txBody>
          <a:bodyPr/>
          <a:lstStyle/>
          <a:p>
            <a:pPr marL="280736" indent="-280736" defTabSz="457200">
              <a:lnSpc>
                <a:spcPct val="100000"/>
              </a:lnSpc>
              <a:spcBef>
                <a:spcPts val="1200"/>
              </a:spcBef>
              <a:buFontTx/>
              <a:defRPr>
                <a:latin typeface="Arial"/>
                <a:ea typeface="Arial"/>
                <a:cs typeface="Arial"/>
                <a:sym typeface="Arial"/>
              </a:defRPr>
            </a:pPr>
            <a:r>
              <a:t>To design a secure, QR-based/Scan-based file sharing system</a:t>
            </a:r>
          </a:p>
          <a:p>
            <a:pPr marL="280736" indent="-280736" defTabSz="457200">
              <a:lnSpc>
                <a:spcPct val="100000"/>
              </a:lnSpc>
              <a:spcBef>
                <a:spcPts val="1200"/>
              </a:spcBef>
              <a:buFontTx/>
              <a:defRPr>
                <a:latin typeface="Arial"/>
                <a:ea typeface="Arial"/>
                <a:cs typeface="Arial"/>
                <a:sym typeface="Arial"/>
              </a:defRPr>
            </a:pPr>
            <a:r>
              <a:t>To eliminate the need for contact exchange and app installation</a:t>
            </a:r>
          </a:p>
          <a:p>
            <a:pPr marL="280736" indent="-280736" defTabSz="457200">
              <a:lnSpc>
                <a:spcPct val="100000"/>
              </a:lnSpc>
              <a:spcBef>
                <a:spcPts val="1200"/>
              </a:spcBef>
              <a:buFontTx/>
              <a:defRPr>
                <a:latin typeface="Arial"/>
                <a:ea typeface="Arial"/>
                <a:cs typeface="Arial"/>
                <a:sym typeface="Arial"/>
              </a:defRPr>
            </a:pPr>
            <a:r>
              <a:t>To support both guest and registered users</a:t>
            </a:r>
          </a:p>
          <a:p>
            <a:pPr marL="280736" indent="-280736" defTabSz="457200">
              <a:lnSpc>
                <a:spcPct val="100000"/>
              </a:lnSpc>
              <a:spcBef>
                <a:spcPts val="1200"/>
              </a:spcBef>
              <a:buFontTx/>
              <a:defRPr>
                <a:latin typeface="Arial"/>
                <a:ea typeface="Arial"/>
                <a:cs typeface="Arial"/>
                <a:sym typeface="Arial"/>
              </a:defRPr>
            </a:pPr>
            <a:r>
              <a:t>To enable on-the-go document editing with version control</a:t>
            </a:r>
          </a:p>
          <a:p>
            <a:pPr marL="280736" indent="-280736" defTabSz="457200">
              <a:lnSpc>
                <a:spcPct val="100000"/>
              </a:lnSpc>
              <a:spcBef>
                <a:spcPts val="1200"/>
              </a:spcBef>
              <a:buFontTx/>
              <a:defRPr>
                <a:latin typeface="Arial"/>
                <a:ea typeface="Arial"/>
                <a:cs typeface="Arial"/>
                <a:sym typeface="Arial"/>
              </a:defRPr>
            </a:pPr>
            <a:r>
              <a:t>To implement backend-controlled, time-bound access</a:t>
            </a:r>
          </a:p>
          <a:p>
            <a:pPr marL="280736" indent="-280736" defTabSz="457200">
              <a:lnSpc>
                <a:spcPct val="100000"/>
              </a:lnSpc>
              <a:spcBef>
                <a:spcPts val="1200"/>
              </a:spcBef>
              <a:buFontTx/>
              <a:defRPr>
                <a:latin typeface="Arial"/>
                <a:ea typeface="Arial"/>
                <a:cs typeface="Arial"/>
                <a:sym typeface="Arial"/>
              </a:defRPr>
            </a:pPr>
            <a:r>
              <a:t>To ensure privacy, security, and automatic data cleanup</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Slide Number Placeholder 3"/>
          <p:cNvSpPr txBox="1"/>
          <p:nvPr>
            <p:ph type="sldNum" sz="quarter" idx="2"/>
          </p:nvPr>
        </p:nvSpPr>
        <p:spPr>
          <a:xfrm>
            <a:off x="11975109" y="87467"/>
            <a:ext cx="188898" cy="2692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77" name="Title 1"/>
          <p:cNvSpPr txBox="1"/>
          <p:nvPr>
            <p:ph type="title"/>
          </p:nvPr>
        </p:nvSpPr>
        <p:spPr>
          <a:xfrm>
            <a:off x="838200" y="841465"/>
            <a:ext cx="10515600" cy="674690"/>
          </a:xfrm>
          <a:prstGeom prst="rect">
            <a:avLst/>
          </a:prstGeom>
        </p:spPr>
        <p:txBody>
          <a:bodyPr/>
          <a:lstStyle>
            <a:lvl1pPr defTabSz="896111">
              <a:defRPr sz="3822">
                <a:latin typeface="Metropolis"/>
                <a:ea typeface="Metropolis"/>
                <a:cs typeface="Metropolis"/>
                <a:sym typeface="Metropolis"/>
              </a:defRPr>
            </a:lvl1pPr>
          </a:lstStyle>
          <a:p>
            <a:pPr/>
            <a:r>
              <a:t>Methodology</a:t>
            </a:r>
          </a:p>
        </p:txBody>
      </p:sp>
      <p:sp>
        <p:nvSpPr>
          <p:cNvPr id="178" name="Rectangle 1"/>
          <p:cNvSpPr txBox="1"/>
          <p:nvPr>
            <p:ph type="body" idx="1"/>
          </p:nvPr>
        </p:nvSpPr>
        <p:spPr>
          <a:prstGeom prst="rect">
            <a:avLst/>
          </a:prstGeom>
        </p:spPr>
        <p:txBody>
          <a:bodyPr/>
          <a:lstStyle>
            <a:lvl1pPr marL="0" indent="0" defTabSz="457200">
              <a:lnSpc>
                <a:spcPct val="100000"/>
              </a:lnSpc>
              <a:spcBef>
                <a:spcPts val="1200"/>
              </a:spcBef>
              <a:buSzTx/>
              <a:buFontTx/>
              <a:buNone/>
              <a:defRPr>
                <a:latin typeface="Arial"/>
                <a:ea typeface="Arial"/>
                <a:cs typeface="Arial"/>
                <a:sym typeface="Arial"/>
              </a:defRPr>
            </a:lvl1pPr>
          </a:lstStyle>
          <a:p>
            <a:pPr/>
            <a:r>
              <a:t>The system is developed using an object-oriented and backend-driven approach. Authentication and session management are handled server-side. QR codes are generated with opaque tokens and resolved by the backend to create secure sharing sessions. Files are stored in cloud storage, while metadata and session information are maintained in the database. Access control, permissions, and lifecycle management are enforced through backend logic, ensuring secure and controlled interactions.</a:t>
            </a:r>
          </a:p>
        </p:txBody>
      </p:sp>
      <p:sp>
        <p:nvSpPr>
          <p:cNvPr id="179" name="Straight Connector 10"/>
          <p:cNvSpPr/>
          <p:nvPr/>
        </p:nvSpPr>
        <p:spPr>
          <a:xfrm>
            <a:off x="838200" y="1495244"/>
            <a:ext cx="3498011" cy="1"/>
          </a:xfrm>
          <a:prstGeom prst="line">
            <a:avLst/>
          </a:prstGeom>
          <a:ln w="57150">
            <a:solidFill>
              <a:srgbClr val="293786"/>
            </a:solidFill>
            <a:miter/>
          </a:ln>
        </p:spPr>
        <p:txBody>
          <a:bodyPr lIns="45719" rIns="45719"/>
          <a:lstStyle/>
          <a:p>
            <a:pPr/>
          </a:p>
        </p:txBody>
      </p:sp>
      <p:sp>
        <p:nvSpPr>
          <p:cNvPr id="180" name="Straight Connector 11"/>
          <p:cNvSpPr/>
          <p:nvPr/>
        </p:nvSpPr>
        <p:spPr>
          <a:xfrm>
            <a:off x="4336210" y="1495244"/>
            <a:ext cx="2760264" cy="1"/>
          </a:xfrm>
          <a:prstGeom prst="line">
            <a:avLst/>
          </a:prstGeom>
          <a:ln w="57150">
            <a:solidFill>
              <a:srgbClr val="A21D2E"/>
            </a:solidFill>
            <a:miter/>
          </a:ln>
        </p:spPr>
        <p:txBody>
          <a:bodyPr lIns="45719" rIns="45719"/>
          <a:lstStyle/>
          <a:p>
            <a:pP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Slide Number Placeholder 3"/>
          <p:cNvSpPr txBox="1"/>
          <p:nvPr>
            <p:ph type="sldNum" sz="quarter" idx="2"/>
          </p:nvPr>
        </p:nvSpPr>
        <p:spPr>
          <a:xfrm>
            <a:off x="11975109" y="87467"/>
            <a:ext cx="188898" cy="2692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83" name="Title 1"/>
          <p:cNvSpPr txBox="1"/>
          <p:nvPr>
            <p:ph type="title"/>
          </p:nvPr>
        </p:nvSpPr>
        <p:spPr>
          <a:xfrm>
            <a:off x="838200" y="841465"/>
            <a:ext cx="10515600" cy="674690"/>
          </a:xfrm>
          <a:prstGeom prst="rect">
            <a:avLst/>
          </a:prstGeom>
        </p:spPr>
        <p:txBody>
          <a:bodyPr/>
          <a:lstStyle>
            <a:lvl1pPr defTabSz="896111">
              <a:defRPr sz="3822">
                <a:latin typeface="Metropolis"/>
                <a:ea typeface="Metropolis"/>
                <a:cs typeface="Metropolis"/>
                <a:sym typeface="Metropolis"/>
              </a:defRPr>
            </a:lvl1pPr>
          </a:lstStyle>
          <a:p>
            <a:pPr/>
            <a:r>
              <a:t>Technology Stack</a:t>
            </a:r>
          </a:p>
        </p:txBody>
      </p:sp>
      <p:sp>
        <p:nvSpPr>
          <p:cNvPr id="184" name="Content Placeholder 4"/>
          <p:cNvSpPr txBox="1"/>
          <p:nvPr>
            <p:ph type="body" idx="1"/>
          </p:nvPr>
        </p:nvSpPr>
        <p:spPr>
          <a:prstGeom prst="rect">
            <a:avLst/>
          </a:prstGeom>
        </p:spPr>
        <p:txBody>
          <a:bodyPr/>
          <a:lstStyle/>
          <a:p>
            <a:pPr marL="280736" indent="-280736">
              <a:buFontTx/>
              <a:defRPr>
                <a:latin typeface="Arial"/>
                <a:ea typeface="Arial"/>
                <a:cs typeface="Arial"/>
                <a:sym typeface="Arial"/>
              </a:defRPr>
            </a:pPr>
            <a:r>
              <a:t>Backend: FastAPI (Python)</a:t>
            </a:r>
          </a:p>
          <a:p>
            <a:pPr marL="280736" indent="-280736">
              <a:buFontTx/>
              <a:defRPr>
                <a:latin typeface="Arial"/>
                <a:ea typeface="Arial"/>
                <a:cs typeface="Arial"/>
                <a:sym typeface="Arial"/>
              </a:defRPr>
            </a:pPr>
            <a:r>
              <a:t>Database: MongoDB, Postgres, DynamoDB</a:t>
            </a:r>
          </a:p>
          <a:p>
            <a:pPr marL="280736" indent="-280736">
              <a:buFontTx/>
              <a:defRPr>
                <a:latin typeface="Arial"/>
                <a:ea typeface="Arial"/>
                <a:cs typeface="Arial"/>
                <a:sym typeface="Arial"/>
              </a:defRPr>
            </a:pPr>
            <a:r>
              <a:t>Storage: S3-Compatible Object Storage, </a:t>
            </a:r>
          </a:p>
          <a:p>
            <a:pPr marL="280736" indent="-280736">
              <a:buFontTx/>
              <a:defRPr>
                <a:latin typeface="Arial"/>
                <a:ea typeface="Arial"/>
                <a:cs typeface="Arial"/>
                <a:sym typeface="Arial"/>
              </a:defRPr>
            </a:pPr>
            <a:r>
              <a:t>Authentication: Google OAuth &amp; OTP-based login</a:t>
            </a:r>
          </a:p>
          <a:p>
            <a:pPr marL="280736" indent="-280736">
              <a:buFontTx/>
              <a:defRPr>
                <a:latin typeface="Arial"/>
                <a:ea typeface="Arial"/>
                <a:cs typeface="Arial"/>
                <a:sym typeface="Arial"/>
              </a:defRPr>
            </a:pPr>
            <a:r>
              <a:t>Frontend: Vite + React</a:t>
            </a:r>
          </a:p>
          <a:p>
            <a:pPr marL="280736" indent="-280736">
              <a:buFontTx/>
              <a:defRPr>
                <a:latin typeface="Arial"/>
                <a:ea typeface="Arial"/>
                <a:cs typeface="Arial"/>
                <a:sym typeface="Arial"/>
              </a:defRPr>
            </a:pPr>
            <a:r>
              <a:t>Real-Time Communication: WebSockets, p2p sockets</a:t>
            </a:r>
          </a:p>
        </p:txBody>
      </p:sp>
      <p:sp>
        <p:nvSpPr>
          <p:cNvPr id="185" name="Straight Connector 10"/>
          <p:cNvSpPr/>
          <p:nvPr/>
        </p:nvSpPr>
        <p:spPr>
          <a:xfrm>
            <a:off x="838200" y="1495244"/>
            <a:ext cx="3498011" cy="1"/>
          </a:xfrm>
          <a:prstGeom prst="line">
            <a:avLst/>
          </a:prstGeom>
          <a:ln w="57150">
            <a:solidFill>
              <a:srgbClr val="293786"/>
            </a:solidFill>
            <a:miter/>
          </a:ln>
        </p:spPr>
        <p:txBody>
          <a:bodyPr lIns="45719" rIns="45719"/>
          <a:lstStyle/>
          <a:p>
            <a:pPr/>
          </a:p>
        </p:txBody>
      </p:sp>
      <p:sp>
        <p:nvSpPr>
          <p:cNvPr id="186" name="Straight Connector 11"/>
          <p:cNvSpPr/>
          <p:nvPr/>
        </p:nvSpPr>
        <p:spPr>
          <a:xfrm>
            <a:off x="4336210" y="1495244"/>
            <a:ext cx="2760264" cy="1"/>
          </a:xfrm>
          <a:prstGeom prst="line">
            <a:avLst/>
          </a:prstGeom>
          <a:ln w="57150">
            <a:solidFill>
              <a:srgbClr val="A21D2E"/>
            </a:solidFill>
            <a:miter/>
          </a:ln>
        </p:spPr>
        <p:txBody>
          <a:bodyPr lIns="45719" rIns="45719"/>
          <a:lstStyle/>
          <a:p>
            <a:pP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Slide Number"/>
          <p:cNvSpPr txBox="1"/>
          <p:nvPr>
            <p:ph type="sldNum" sz="quarter" idx="2"/>
          </p:nvPr>
        </p:nvSpPr>
        <p:spPr>
          <a:xfrm>
            <a:off x="11975109" y="87467"/>
            <a:ext cx="188899" cy="2692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89" name="System Workflows &amp; Architecture"/>
          <p:cNvSpPr txBox="1"/>
          <p:nvPr>
            <p:ph type="title"/>
          </p:nvPr>
        </p:nvSpPr>
        <p:spPr>
          <a:xfrm>
            <a:off x="793449" y="-5927"/>
            <a:ext cx="10515601" cy="674689"/>
          </a:xfrm>
          <a:prstGeom prst="rect">
            <a:avLst/>
          </a:prstGeom>
        </p:spPr>
        <p:txBody>
          <a:bodyPr/>
          <a:lstStyle>
            <a:lvl1pPr defTabSz="896111">
              <a:defRPr sz="3822">
                <a:latin typeface="Metropolis"/>
                <a:ea typeface="Metropolis"/>
                <a:cs typeface="Metropolis"/>
                <a:sym typeface="Metropolis"/>
              </a:defRPr>
            </a:lvl1pPr>
          </a:lstStyle>
          <a:p>
            <a:pPr/>
            <a:r>
              <a:t>System Workflows &amp; Architecture</a:t>
            </a:r>
          </a:p>
        </p:txBody>
      </p:sp>
      <p:sp>
        <p:nvSpPr>
          <p:cNvPr id="190" name="Straight Connector 10"/>
          <p:cNvSpPr/>
          <p:nvPr/>
        </p:nvSpPr>
        <p:spPr>
          <a:xfrm>
            <a:off x="793449" y="647852"/>
            <a:ext cx="3498012" cy="1"/>
          </a:xfrm>
          <a:prstGeom prst="line">
            <a:avLst/>
          </a:prstGeom>
          <a:ln w="57150">
            <a:solidFill>
              <a:srgbClr val="293786"/>
            </a:solidFill>
            <a:miter/>
          </a:ln>
        </p:spPr>
        <p:txBody>
          <a:bodyPr lIns="45719" rIns="45719"/>
          <a:lstStyle/>
          <a:p>
            <a:pPr/>
          </a:p>
        </p:txBody>
      </p:sp>
      <p:sp>
        <p:nvSpPr>
          <p:cNvPr id="191" name="Straight Connector 11"/>
          <p:cNvSpPr/>
          <p:nvPr/>
        </p:nvSpPr>
        <p:spPr>
          <a:xfrm>
            <a:off x="4290159" y="647852"/>
            <a:ext cx="2760264" cy="1"/>
          </a:xfrm>
          <a:prstGeom prst="line">
            <a:avLst/>
          </a:prstGeom>
          <a:ln w="57150">
            <a:solidFill>
              <a:srgbClr val="A21D2E"/>
            </a:solidFill>
            <a:miter/>
          </a:ln>
        </p:spPr>
        <p:txBody>
          <a:bodyPr lIns="45719" rIns="45719"/>
          <a:lstStyle/>
          <a:p>
            <a:pPr/>
          </a:p>
        </p:txBody>
      </p:sp>
      <p:pic>
        <p:nvPicPr>
          <p:cNvPr id="192" name="ChatGPT Image Feb 4, 2026, 10_34_22 PM.jpg" descr="ChatGPT Image Feb 4, 2026, 10_34_22 PM.jpg"/>
          <p:cNvPicPr>
            <a:picLocks noChangeAspect="1"/>
          </p:cNvPicPr>
          <p:nvPr/>
        </p:nvPicPr>
        <p:blipFill>
          <a:blip r:embed="rId2">
            <a:extLst/>
          </a:blip>
          <a:stretch>
            <a:fillRect/>
          </a:stretch>
        </p:blipFill>
        <p:spPr>
          <a:xfrm>
            <a:off x="793449" y="568687"/>
            <a:ext cx="11221166" cy="6311907"/>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Slide Number Placeholder 3"/>
          <p:cNvSpPr txBox="1"/>
          <p:nvPr>
            <p:ph type="sldNum" sz="quarter" idx="2"/>
          </p:nvPr>
        </p:nvSpPr>
        <p:spPr>
          <a:xfrm>
            <a:off x="11890351" y="87467"/>
            <a:ext cx="273656" cy="2692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95" name="Title 1"/>
          <p:cNvSpPr txBox="1"/>
          <p:nvPr>
            <p:ph type="title"/>
          </p:nvPr>
        </p:nvSpPr>
        <p:spPr>
          <a:xfrm>
            <a:off x="838200" y="841465"/>
            <a:ext cx="10515600" cy="674690"/>
          </a:xfrm>
          <a:prstGeom prst="rect">
            <a:avLst/>
          </a:prstGeom>
        </p:spPr>
        <p:txBody>
          <a:bodyPr/>
          <a:lstStyle>
            <a:lvl1pPr defTabSz="896111">
              <a:defRPr sz="3822">
                <a:latin typeface="Metropolis"/>
                <a:ea typeface="Metropolis"/>
                <a:cs typeface="Metropolis"/>
                <a:sym typeface="Metropolis"/>
              </a:defRPr>
            </a:lvl1pPr>
          </a:lstStyle>
          <a:p>
            <a:pPr/>
            <a:r>
              <a:t>Core Features</a:t>
            </a:r>
          </a:p>
        </p:txBody>
      </p:sp>
      <p:sp>
        <p:nvSpPr>
          <p:cNvPr id="196" name="QR-based secure file sharing…"/>
          <p:cNvSpPr txBox="1"/>
          <p:nvPr>
            <p:ph type="body" idx="1"/>
          </p:nvPr>
        </p:nvSpPr>
        <p:spPr>
          <a:prstGeom prst="rect">
            <a:avLst/>
          </a:prstGeom>
        </p:spPr>
        <p:txBody>
          <a:bodyPr/>
          <a:lstStyle/>
          <a:p>
            <a:pPr marL="280736" indent="-280736">
              <a:buFontTx/>
              <a:defRPr>
                <a:latin typeface="Arial"/>
                <a:ea typeface="Arial"/>
                <a:cs typeface="Arial"/>
                <a:sym typeface="Arial"/>
              </a:defRPr>
            </a:pPr>
            <a:r>
              <a:t>QR-based secure file sharing</a:t>
            </a:r>
          </a:p>
          <a:p>
            <a:pPr marL="280736" indent="-280736">
              <a:buFontTx/>
              <a:defRPr>
                <a:latin typeface="Arial"/>
                <a:ea typeface="Arial"/>
                <a:cs typeface="Arial"/>
                <a:sym typeface="Arial"/>
              </a:defRPr>
            </a:pPr>
            <a:r>
              <a:t>Guest and registered user support</a:t>
            </a:r>
          </a:p>
          <a:p>
            <a:pPr marL="280736" indent="-280736">
              <a:buFontTx/>
              <a:defRPr>
                <a:latin typeface="Arial"/>
                <a:ea typeface="Arial"/>
                <a:cs typeface="Arial"/>
                <a:sym typeface="Arial"/>
              </a:defRPr>
            </a:pPr>
            <a:r>
              <a:t>Session-based access control</a:t>
            </a:r>
          </a:p>
          <a:p>
            <a:pPr marL="280736" indent="-280736">
              <a:buFontTx/>
              <a:defRPr>
                <a:latin typeface="Arial"/>
                <a:ea typeface="Arial"/>
                <a:cs typeface="Arial"/>
                <a:sym typeface="Arial"/>
              </a:defRPr>
            </a:pPr>
            <a:r>
              <a:t>On-the-go document editing and versioning</a:t>
            </a:r>
          </a:p>
          <a:p>
            <a:pPr marL="280736" indent="-280736">
              <a:buFontTx/>
              <a:defRPr>
                <a:latin typeface="Arial"/>
                <a:ea typeface="Arial"/>
                <a:cs typeface="Arial"/>
                <a:sym typeface="Arial"/>
              </a:defRPr>
            </a:pPr>
            <a:r>
              <a:t>Access revocation and auto-expiry</a:t>
            </a:r>
          </a:p>
          <a:p>
            <a:pPr marL="280736" indent="-280736">
              <a:buFontTx/>
              <a:defRPr>
                <a:latin typeface="Arial"/>
                <a:ea typeface="Arial"/>
                <a:cs typeface="Arial"/>
                <a:sym typeface="Arial"/>
              </a:defRPr>
            </a:pPr>
            <a:r>
              <a:t>Limited cloud storage for authenticated users</a:t>
            </a:r>
          </a:p>
          <a:p>
            <a:pPr marL="280736" indent="-280736">
              <a:buFontTx/>
              <a:defRPr>
                <a:latin typeface="Arial"/>
                <a:ea typeface="Arial"/>
                <a:cs typeface="Arial"/>
                <a:sym typeface="Arial"/>
              </a:defRPr>
            </a:pPr>
            <a:r>
              <a:t>Activity tracking and cleanup</a:t>
            </a:r>
          </a:p>
        </p:txBody>
      </p:sp>
      <p:sp>
        <p:nvSpPr>
          <p:cNvPr id="197" name="Straight Connector 10"/>
          <p:cNvSpPr/>
          <p:nvPr/>
        </p:nvSpPr>
        <p:spPr>
          <a:xfrm>
            <a:off x="838200" y="1495244"/>
            <a:ext cx="3498011" cy="1"/>
          </a:xfrm>
          <a:prstGeom prst="line">
            <a:avLst/>
          </a:prstGeom>
          <a:ln w="57150">
            <a:solidFill>
              <a:srgbClr val="293786"/>
            </a:solidFill>
            <a:miter/>
          </a:ln>
        </p:spPr>
        <p:txBody>
          <a:bodyPr lIns="45719" rIns="45719"/>
          <a:lstStyle/>
          <a:p>
            <a:pPr/>
          </a:p>
        </p:txBody>
      </p:sp>
      <p:sp>
        <p:nvSpPr>
          <p:cNvPr id="198" name="Straight Connector 11"/>
          <p:cNvSpPr/>
          <p:nvPr/>
        </p:nvSpPr>
        <p:spPr>
          <a:xfrm>
            <a:off x="4336210" y="1495244"/>
            <a:ext cx="2760264" cy="1"/>
          </a:xfrm>
          <a:prstGeom prst="line">
            <a:avLst/>
          </a:prstGeom>
          <a:ln w="57150">
            <a:solidFill>
              <a:srgbClr val="A21D2E"/>
            </a:solidFill>
            <a:miter/>
          </a:ln>
        </p:spPr>
        <p:txBody>
          <a:bodyPr lIns="45719" rIns="45719"/>
          <a:lstStyle/>
          <a:p>
            <a:pP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Slide Number Placeholder 3"/>
          <p:cNvSpPr txBox="1"/>
          <p:nvPr>
            <p:ph type="sldNum" sz="quarter" idx="2"/>
          </p:nvPr>
        </p:nvSpPr>
        <p:spPr>
          <a:xfrm>
            <a:off x="11901588" y="87467"/>
            <a:ext cx="262420" cy="2692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01" name="Title 1"/>
          <p:cNvSpPr txBox="1"/>
          <p:nvPr>
            <p:ph type="title"/>
          </p:nvPr>
        </p:nvSpPr>
        <p:spPr>
          <a:xfrm>
            <a:off x="838200" y="841465"/>
            <a:ext cx="10515600" cy="674690"/>
          </a:xfrm>
          <a:prstGeom prst="rect">
            <a:avLst/>
          </a:prstGeom>
        </p:spPr>
        <p:txBody>
          <a:bodyPr/>
          <a:lstStyle>
            <a:lvl1pPr defTabSz="896111">
              <a:defRPr sz="3822">
                <a:latin typeface="Metropolis"/>
                <a:ea typeface="Metropolis"/>
                <a:cs typeface="Metropolis"/>
                <a:sym typeface="Metropolis"/>
              </a:defRPr>
            </a:lvl1pPr>
          </a:lstStyle>
          <a:p>
            <a:pPr/>
            <a:r>
              <a:t>Security and Privacy</a:t>
            </a:r>
          </a:p>
        </p:txBody>
      </p:sp>
      <p:sp>
        <p:nvSpPr>
          <p:cNvPr id="202" name="QR codes contain only opaque tokens…"/>
          <p:cNvSpPr txBox="1"/>
          <p:nvPr>
            <p:ph type="body" idx="1"/>
          </p:nvPr>
        </p:nvSpPr>
        <p:spPr>
          <a:prstGeom prst="rect">
            <a:avLst/>
          </a:prstGeom>
        </p:spPr>
        <p:txBody>
          <a:bodyPr/>
          <a:lstStyle/>
          <a:p>
            <a:pPr marL="280736" indent="-280736">
              <a:buFontTx/>
              <a:defRPr>
                <a:latin typeface="Arial"/>
                <a:ea typeface="Arial"/>
                <a:cs typeface="Arial"/>
                <a:sym typeface="Arial"/>
              </a:defRPr>
            </a:pPr>
            <a:r>
              <a:t>QR codes contain only opaque tokens</a:t>
            </a:r>
          </a:p>
          <a:p>
            <a:pPr marL="280736" indent="-280736">
              <a:buFontTx/>
              <a:defRPr>
                <a:latin typeface="Arial"/>
                <a:ea typeface="Arial"/>
                <a:cs typeface="Arial"/>
                <a:sym typeface="Arial"/>
              </a:defRPr>
            </a:pPr>
            <a:r>
              <a:t>No JWT, user ID, or personal data in QR</a:t>
            </a:r>
          </a:p>
          <a:p>
            <a:pPr marL="280736" indent="-280736">
              <a:buFontTx/>
              <a:defRPr>
                <a:latin typeface="Arial"/>
                <a:ea typeface="Arial"/>
                <a:cs typeface="Arial"/>
                <a:sym typeface="Arial"/>
              </a:defRPr>
            </a:pPr>
            <a:r>
              <a:t>Backend-controlled access and permissions</a:t>
            </a:r>
          </a:p>
          <a:p>
            <a:pPr marL="280736" indent="-280736">
              <a:buFontTx/>
              <a:defRPr>
                <a:latin typeface="Arial"/>
                <a:ea typeface="Arial"/>
                <a:cs typeface="Arial"/>
                <a:sym typeface="Arial"/>
              </a:defRPr>
            </a:pPr>
            <a:r>
              <a:t>Time-bound sessions with expiry</a:t>
            </a:r>
          </a:p>
          <a:p>
            <a:pPr marL="280736" indent="-280736">
              <a:buFontTx/>
              <a:defRPr>
                <a:latin typeface="Arial"/>
                <a:ea typeface="Arial"/>
                <a:cs typeface="Arial"/>
                <a:sym typeface="Arial"/>
              </a:defRPr>
            </a:pPr>
            <a:r>
              <a:t>Automatic deletion of guest data</a:t>
            </a:r>
          </a:p>
          <a:p>
            <a:pPr marL="280736" indent="-280736">
              <a:buFontTx/>
              <a:defRPr>
                <a:latin typeface="Arial"/>
                <a:ea typeface="Arial"/>
                <a:cs typeface="Arial"/>
                <a:sym typeface="Arial"/>
              </a:defRPr>
            </a:pPr>
            <a:r>
              <a:t>No permanent public file URLs</a:t>
            </a:r>
          </a:p>
        </p:txBody>
      </p:sp>
      <p:sp>
        <p:nvSpPr>
          <p:cNvPr id="203" name="Straight Connector 10"/>
          <p:cNvSpPr/>
          <p:nvPr/>
        </p:nvSpPr>
        <p:spPr>
          <a:xfrm>
            <a:off x="838200" y="1495244"/>
            <a:ext cx="3498011" cy="1"/>
          </a:xfrm>
          <a:prstGeom prst="line">
            <a:avLst/>
          </a:prstGeom>
          <a:ln w="57150">
            <a:solidFill>
              <a:srgbClr val="293786"/>
            </a:solidFill>
            <a:miter/>
          </a:ln>
        </p:spPr>
        <p:txBody>
          <a:bodyPr lIns="45719" rIns="45719"/>
          <a:lstStyle/>
          <a:p>
            <a:pPr/>
          </a:p>
        </p:txBody>
      </p:sp>
      <p:sp>
        <p:nvSpPr>
          <p:cNvPr id="204" name="Straight Connector 11"/>
          <p:cNvSpPr/>
          <p:nvPr/>
        </p:nvSpPr>
        <p:spPr>
          <a:xfrm>
            <a:off x="4336210" y="1495244"/>
            <a:ext cx="2760264" cy="1"/>
          </a:xfrm>
          <a:prstGeom prst="line">
            <a:avLst/>
          </a:prstGeom>
          <a:ln w="57150">
            <a:solidFill>
              <a:srgbClr val="A21D2E"/>
            </a:solidFill>
            <a:miter/>
          </a:ln>
        </p:spPr>
        <p:txBody>
          <a:bodyPr lIns="45719" rIns="45719"/>
          <a:lstStyle/>
          <a:p>
            <a:pP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Slide Number Placeholder 3"/>
          <p:cNvSpPr txBox="1"/>
          <p:nvPr>
            <p:ph type="sldNum" sz="quarter" idx="2"/>
          </p:nvPr>
        </p:nvSpPr>
        <p:spPr>
          <a:xfrm>
            <a:off x="11890351" y="87467"/>
            <a:ext cx="273657" cy="2692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07" name="Title 1"/>
          <p:cNvSpPr txBox="1"/>
          <p:nvPr>
            <p:ph type="title"/>
          </p:nvPr>
        </p:nvSpPr>
        <p:spPr>
          <a:xfrm>
            <a:off x="838200" y="841465"/>
            <a:ext cx="10515600" cy="674690"/>
          </a:xfrm>
          <a:prstGeom prst="rect">
            <a:avLst/>
          </a:prstGeom>
        </p:spPr>
        <p:txBody>
          <a:bodyPr/>
          <a:lstStyle>
            <a:lvl1pPr defTabSz="795527">
              <a:defRPr sz="3828">
                <a:latin typeface="Metropolis"/>
                <a:ea typeface="Metropolis"/>
                <a:cs typeface="Metropolis"/>
                <a:sym typeface="Metropolis"/>
              </a:defRPr>
            </a:lvl1pPr>
          </a:lstStyle>
          <a:p>
            <a:pPr/>
            <a:r>
              <a:t>Uniqueness &amp; Real-World Relevance</a:t>
            </a:r>
          </a:p>
        </p:txBody>
      </p:sp>
      <p:sp>
        <p:nvSpPr>
          <p:cNvPr id="208" name="Content Placeholder 6"/>
          <p:cNvSpPr txBox="1"/>
          <p:nvPr>
            <p:ph type="body" idx="1"/>
          </p:nvPr>
        </p:nvSpPr>
        <p:spPr>
          <a:prstGeom prst="rect">
            <a:avLst/>
          </a:prstGeom>
        </p:spPr>
        <p:txBody>
          <a:bodyPr/>
          <a:lstStyle>
            <a:lvl1pPr>
              <a:lnSpc>
                <a:spcPct val="100000"/>
              </a:lnSpc>
              <a:buSzTx/>
              <a:buFontTx/>
              <a:buNone/>
              <a:defRPr>
                <a:latin typeface="Arial"/>
                <a:ea typeface="Arial"/>
                <a:cs typeface="Arial"/>
                <a:sym typeface="Arial"/>
              </a:defRPr>
            </a:lvl1pPr>
          </a:lstStyle>
          <a:p>
            <a:pPr/>
            <a:r>
              <a:t>Unlike traditional mini projects, Sharexpress solves a real-world problem by combining secure QR-based session pairing, document editing, and controlled file sharing into a single system. It does not rely on static links or contact-based sharing and supports real-life use cases such as document printing, temporary collaboration, and secure file exchange in public or shared environments. The backend-driven architecture makes it scalable, secure, and practical for real-world deployment.</a:t>
            </a:r>
          </a:p>
        </p:txBody>
      </p:sp>
      <p:sp>
        <p:nvSpPr>
          <p:cNvPr id="209" name="Straight Connector 10"/>
          <p:cNvSpPr/>
          <p:nvPr/>
        </p:nvSpPr>
        <p:spPr>
          <a:xfrm>
            <a:off x="838200" y="1495244"/>
            <a:ext cx="3498011" cy="1"/>
          </a:xfrm>
          <a:prstGeom prst="line">
            <a:avLst/>
          </a:prstGeom>
          <a:ln w="57150">
            <a:solidFill>
              <a:srgbClr val="293786"/>
            </a:solidFill>
            <a:miter/>
          </a:ln>
        </p:spPr>
        <p:txBody>
          <a:bodyPr lIns="45719" rIns="45719"/>
          <a:lstStyle/>
          <a:p>
            <a:pPr/>
          </a:p>
        </p:txBody>
      </p:sp>
      <p:sp>
        <p:nvSpPr>
          <p:cNvPr id="210" name="Straight Connector 11"/>
          <p:cNvSpPr/>
          <p:nvPr/>
        </p:nvSpPr>
        <p:spPr>
          <a:xfrm>
            <a:off x="4336210" y="1495244"/>
            <a:ext cx="2760264" cy="1"/>
          </a:xfrm>
          <a:prstGeom prst="line">
            <a:avLst/>
          </a:prstGeom>
          <a:ln w="57150">
            <a:solidFill>
              <a:srgbClr val="A21D2E"/>
            </a:solidFill>
            <a:miter/>
          </a:ln>
        </p:spPr>
        <p:txBody>
          <a:bodyPr lIns="45719" rIns="45719"/>
          <a:lstStyle/>
          <a:p>
            <a:pP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Slide Number Placeholder 3"/>
          <p:cNvSpPr txBox="1"/>
          <p:nvPr>
            <p:ph type="sldNum" sz="quarter" idx="2"/>
          </p:nvPr>
        </p:nvSpPr>
        <p:spPr>
          <a:xfrm>
            <a:off x="11890351" y="87467"/>
            <a:ext cx="273657" cy="2692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13" name="Title 1"/>
          <p:cNvSpPr txBox="1"/>
          <p:nvPr>
            <p:ph type="title"/>
          </p:nvPr>
        </p:nvSpPr>
        <p:spPr>
          <a:xfrm>
            <a:off x="838200" y="841465"/>
            <a:ext cx="10515600" cy="674690"/>
          </a:xfrm>
          <a:prstGeom prst="rect">
            <a:avLst/>
          </a:prstGeom>
        </p:spPr>
        <p:txBody>
          <a:bodyPr/>
          <a:lstStyle>
            <a:lvl1pPr defTabSz="868680">
              <a:defRPr sz="3800"/>
            </a:lvl1pPr>
          </a:lstStyle>
          <a:p>
            <a:pPr/>
            <a:r>
              <a:t>Summary and Conclusion</a:t>
            </a:r>
          </a:p>
        </p:txBody>
      </p:sp>
      <p:sp>
        <p:nvSpPr>
          <p:cNvPr id="214" name="Content Placeholder 2"/>
          <p:cNvSpPr txBox="1"/>
          <p:nvPr>
            <p:ph type="body" idx="1"/>
          </p:nvPr>
        </p:nvSpPr>
        <p:spPr>
          <a:prstGeom prst="rect">
            <a:avLst/>
          </a:prstGeom>
        </p:spPr>
        <p:txBody>
          <a:bodyPr/>
          <a:lstStyle>
            <a:lvl1pPr marL="0" indent="0">
              <a:lnSpc>
                <a:spcPct val="100000"/>
              </a:lnSpc>
              <a:buSzTx/>
              <a:buNone/>
              <a:defRPr>
                <a:latin typeface="Arial"/>
                <a:ea typeface="Arial"/>
                <a:cs typeface="Arial"/>
                <a:sym typeface="Arial"/>
              </a:defRPr>
            </a:lvl1pPr>
          </a:lstStyle>
          <a:p>
            <a:pPr/>
            <a:r>
              <a:t>Sharexpress demonstrates a modern, secure, and privacy-focused approach to file sharing and document editing. By leveraging QR-based session management, backend-driven access control, and cloud storage, the system overcomes limitations of traditional sharing methods. The project reflects real-world system design principles and provides a practical solution beyond the scope of a typical academic mini project.</a:t>
            </a:r>
          </a:p>
        </p:txBody>
      </p:sp>
      <p:sp>
        <p:nvSpPr>
          <p:cNvPr id="215" name="Straight Connector 10"/>
          <p:cNvSpPr/>
          <p:nvPr/>
        </p:nvSpPr>
        <p:spPr>
          <a:xfrm>
            <a:off x="838200" y="1495244"/>
            <a:ext cx="3498011" cy="1"/>
          </a:xfrm>
          <a:prstGeom prst="line">
            <a:avLst/>
          </a:prstGeom>
          <a:ln w="57150">
            <a:solidFill>
              <a:srgbClr val="293786"/>
            </a:solidFill>
            <a:miter/>
          </a:ln>
        </p:spPr>
        <p:txBody>
          <a:bodyPr lIns="45719" rIns="45719"/>
          <a:lstStyle/>
          <a:p>
            <a:pPr/>
          </a:p>
        </p:txBody>
      </p:sp>
      <p:sp>
        <p:nvSpPr>
          <p:cNvPr id="216" name="Straight Connector 11"/>
          <p:cNvSpPr/>
          <p:nvPr/>
        </p:nvSpPr>
        <p:spPr>
          <a:xfrm>
            <a:off x="4336210" y="1495244"/>
            <a:ext cx="2760264" cy="1"/>
          </a:xfrm>
          <a:prstGeom prst="line">
            <a:avLst/>
          </a:prstGeom>
          <a:ln w="57150">
            <a:solidFill>
              <a:srgbClr val="A21D2E"/>
            </a:solidFill>
            <a:miter/>
          </a:ln>
        </p:spPr>
        <p:txBody>
          <a:bodyPr lIns="45719" rIns="45719"/>
          <a:lstStyle/>
          <a:p>
            <a:pP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8" name="Slide Number Placeholder 3"/>
          <p:cNvSpPr txBox="1"/>
          <p:nvPr>
            <p:ph type="sldNum" sz="quarter" idx="2"/>
          </p:nvPr>
        </p:nvSpPr>
        <p:spPr>
          <a:xfrm>
            <a:off x="11890351" y="87467"/>
            <a:ext cx="273657" cy="2692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19" name="Title 1"/>
          <p:cNvSpPr txBox="1"/>
          <p:nvPr>
            <p:ph type="title"/>
          </p:nvPr>
        </p:nvSpPr>
        <p:spPr>
          <a:xfrm>
            <a:off x="2743200" y="3096658"/>
            <a:ext cx="6481011" cy="1475342"/>
          </a:xfrm>
          <a:prstGeom prst="rect">
            <a:avLst/>
          </a:prstGeom>
        </p:spPr>
        <p:txBody>
          <a:bodyPr/>
          <a:lstStyle>
            <a:lvl1pPr algn="ctr" defTabSz="868680">
              <a:defRPr sz="9120">
                <a:solidFill>
                  <a:srgbClr val="A32837"/>
                </a:solidFill>
                <a:latin typeface="Metropolis"/>
                <a:ea typeface="Metropolis"/>
                <a:cs typeface="Metropolis"/>
                <a:sym typeface="Metropolis"/>
              </a:defRPr>
            </a:lvl1pPr>
          </a:lstStyle>
          <a:p>
            <a:pPr/>
            <a:r>
              <a:t>Thank You!</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A6AFE4"/>
      </a:accent1>
      <a:accent2>
        <a:srgbClr val="F4BEC4"/>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etropolis"/>
            <a:ea typeface="Metropolis"/>
            <a:cs typeface="Metropolis"/>
            <a:sym typeface="Metropoli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etropolis"/>
            <a:ea typeface="Metropolis"/>
            <a:cs typeface="Metropolis"/>
            <a:sym typeface="Metropoli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A6AFE4"/>
      </a:accent1>
      <a:accent2>
        <a:srgbClr val="F4BEC4"/>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etropolis"/>
            <a:ea typeface="Metropolis"/>
            <a:cs typeface="Metropolis"/>
            <a:sym typeface="Metropoli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etropolis"/>
            <a:ea typeface="Metropolis"/>
            <a:cs typeface="Metropolis"/>
            <a:sym typeface="Metropoli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